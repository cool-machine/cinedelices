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2"/>
  </p:normalViewPr>
  <p:slideViewPr>
    <p:cSldViewPr snapToGrid="0" snapToObjects="1">
      <p:cViewPr>
        <p:scale>
          <a:sx n="127" d="100"/>
          <a:sy n="127" d="100"/>
        </p:scale>
        <p:origin x="144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274B84-5844-4CBD-878C-FDC4A76F639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B17EB2-293E-4CD1-A030-E0BA86A311F0}">
      <dgm:prSet/>
      <dgm:spPr/>
      <dgm:t>
        <a:bodyPr/>
        <a:lstStyle/>
        <a:p>
          <a:r>
            <a:rPr lang="en-US" b="1"/>
            <a:t>1. Introduction &amp; Contexte</a:t>
          </a:r>
          <a:endParaRPr lang="en-US"/>
        </a:p>
      </dgm:t>
    </dgm:pt>
    <dgm:pt modelId="{B7F01D8C-B57F-40C2-B2FA-0395F097C98E}" type="parTrans" cxnId="{2ACE6262-2B0E-4DB4-A123-E4ACD2E8F089}">
      <dgm:prSet/>
      <dgm:spPr/>
      <dgm:t>
        <a:bodyPr/>
        <a:lstStyle/>
        <a:p>
          <a:endParaRPr lang="en-US"/>
        </a:p>
      </dgm:t>
    </dgm:pt>
    <dgm:pt modelId="{E95C072D-27B1-44F9-9DC2-71ED8B50CC06}" type="sibTrans" cxnId="{2ACE6262-2B0E-4DB4-A123-E4ACD2E8F089}">
      <dgm:prSet/>
      <dgm:spPr/>
      <dgm:t>
        <a:bodyPr/>
        <a:lstStyle/>
        <a:p>
          <a:endParaRPr lang="en-US"/>
        </a:p>
      </dgm:t>
    </dgm:pt>
    <dgm:pt modelId="{4BA9FC74-54D8-4B8D-B9B2-D4B9EA0843D0}">
      <dgm:prSet/>
      <dgm:spPr/>
      <dgm:t>
        <a:bodyPr/>
        <a:lstStyle/>
        <a:p>
          <a:r>
            <a:rPr lang="en-US" b="1" dirty="0"/>
            <a:t>2. Cahier des Charges</a:t>
          </a:r>
          <a:endParaRPr lang="en-US" dirty="0"/>
        </a:p>
      </dgm:t>
    </dgm:pt>
    <dgm:pt modelId="{F048C6CC-C1A4-4533-B67F-97F045355211}" type="parTrans" cxnId="{4A84427D-B814-4BFE-AA3B-3D39C41598AC}">
      <dgm:prSet/>
      <dgm:spPr/>
      <dgm:t>
        <a:bodyPr/>
        <a:lstStyle/>
        <a:p>
          <a:endParaRPr lang="en-US"/>
        </a:p>
      </dgm:t>
    </dgm:pt>
    <dgm:pt modelId="{B5E020BA-ADAE-4281-903D-11EC353DE493}" type="sibTrans" cxnId="{4A84427D-B814-4BFE-AA3B-3D39C41598AC}">
      <dgm:prSet/>
      <dgm:spPr/>
      <dgm:t>
        <a:bodyPr/>
        <a:lstStyle/>
        <a:p>
          <a:endParaRPr lang="en-US"/>
        </a:p>
      </dgm:t>
    </dgm:pt>
    <dgm:pt modelId="{0F1A26C4-32C7-40CA-9E5C-629008AE717D}">
      <dgm:prSet/>
      <dgm:spPr/>
      <dgm:t>
        <a:bodyPr/>
        <a:lstStyle/>
        <a:p>
          <a:r>
            <a:rPr lang="en-US"/>
            <a:t>Vision &amp; Objectifs</a:t>
          </a:r>
        </a:p>
      </dgm:t>
    </dgm:pt>
    <dgm:pt modelId="{8BB505D4-2226-4E2F-876D-5E50ADC16565}" type="parTrans" cxnId="{C5E4FC9B-7CD4-434A-8FFC-F10D5BB8C35A}">
      <dgm:prSet/>
      <dgm:spPr/>
      <dgm:t>
        <a:bodyPr/>
        <a:lstStyle/>
        <a:p>
          <a:endParaRPr lang="en-US"/>
        </a:p>
      </dgm:t>
    </dgm:pt>
    <dgm:pt modelId="{A255F29D-E800-4855-8476-CA4E1662E001}" type="sibTrans" cxnId="{C5E4FC9B-7CD4-434A-8FFC-F10D5BB8C35A}">
      <dgm:prSet/>
      <dgm:spPr/>
      <dgm:t>
        <a:bodyPr/>
        <a:lstStyle/>
        <a:p>
          <a:endParaRPr lang="en-US"/>
        </a:p>
      </dgm:t>
    </dgm:pt>
    <dgm:pt modelId="{558309DE-7031-4F44-8E43-47196FC0B77D}">
      <dgm:prSet/>
      <dgm:spPr/>
      <dgm:t>
        <a:bodyPr/>
        <a:lstStyle/>
        <a:p>
          <a:r>
            <a:rPr lang="en-US"/>
            <a:t>Fonctionnalités MVP</a:t>
          </a:r>
        </a:p>
      </dgm:t>
    </dgm:pt>
    <dgm:pt modelId="{332A39D1-4DBC-4D40-A957-3FF04A1CC6E0}" type="parTrans" cxnId="{75E567A9-9FEF-490B-9133-518B7DF9A1E7}">
      <dgm:prSet/>
      <dgm:spPr/>
      <dgm:t>
        <a:bodyPr/>
        <a:lstStyle/>
        <a:p>
          <a:endParaRPr lang="en-US"/>
        </a:p>
      </dgm:t>
    </dgm:pt>
    <dgm:pt modelId="{D82AC191-4855-4444-B110-8F759829AEFA}" type="sibTrans" cxnId="{75E567A9-9FEF-490B-9133-518B7DF9A1E7}">
      <dgm:prSet/>
      <dgm:spPr/>
      <dgm:t>
        <a:bodyPr/>
        <a:lstStyle/>
        <a:p>
          <a:endParaRPr lang="en-US"/>
        </a:p>
      </dgm:t>
    </dgm:pt>
    <dgm:pt modelId="{484E2C02-8DA0-4B1B-9568-BDF99F7FCB5F}">
      <dgm:prSet/>
      <dgm:spPr/>
      <dgm:t>
        <a:bodyPr/>
        <a:lstStyle/>
        <a:p>
          <a:r>
            <a:rPr lang="en-US"/>
            <a:t>Public cible</a:t>
          </a:r>
        </a:p>
      </dgm:t>
    </dgm:pt>
    <dgm:pt modelId="{A920DE37-05F7-42A5-86E6-E70E9D5715BC}" type="parTrans" cxnId="{18EC53F3-21CA-4EAC-865A-AD792EE4B50C}">
      <dgm:prSet/>
      <dgm:spPr/>
      <dgm:t>
        <a:bodyPr/>
        <a:lstStyle/>
        <a:p>
          <a:endParaRPr lang="en-US"/>
        </a:p>
      </dgm:t>
    </dgm:pt>
    <dgm:pt modelId="{B8D8F3E4-0969-48FB-800B-A8FACB3F086A}" type="sibTrans" cxnId="{18EC53F3-21CA-4EAC-865A-AD792EE4B50C}">
      <dgm:prSet/>
      <dgm:spPr/>
      <dgm:t>
        <a:bodyPr/>
        <a:lstStyle/>
        <a:p>
          <a:endParaRPr lang="en-US"/>
        </a:p>
      </dgm:t>
    </dgm:pt>
    <dgm:pt modelId="{9C190772-5D8A-40A7-807A-8DED6FF893B0}">
      <dgm:prSet/>
      <dgm:spPr/>
      <dgm:t>
        <a:bodyPr/>
        <a:lstStyle/>
        <a:p>
          <a:r>
            <a:rPr lang="en-US" b="1"/>
            <a:t>3. Architecture &amp; Arborescence</a:t>
          </a:r>
          <a:endParaRPr lang="en-US"/>
        </a:p>
      </dgm:t>
    </dgm:pt>
    <dgm:pt modelId="{572AC639-D69A-49AB-8C97-3D4BB1929FAF}" type="parTrans" cxnId="{3EAD999D-7180-48CF-85EF-CBEC26D13926}">
      <dgm:prSet/>
      <dgm:spPr/>
      <dgm:t>
        <a:bodyPr/>
        <a:lstStyle/>
        <a:p>
          <a:endParaRPr lang="en-US"/>
        </a:p>
      </dgm:t>
    </dgm:pt>
    <dgm:pt modelId="{90550632-59DA-4F85-B1C1-8CEF0EA415B3}" type="sibTrans" cxnId="{3EAD999D-7180-48CF-85EF-CBEC26D13926}">
      <dgm:prSet/>
      <dgm:spPr/>
      <dgm:t>
        <a:bodyPr/>
        <a:lstStyle/>
        <a:p>
          <a:endParaRPr lang="en-US"/>
        </a:p>
      </dgm:t>
    </dgm:pt>
    <dgm:pt modelId="{75D67A7E-EFE6-4639-A278-6BCE7915768F}">
      <dgm:prSet/>
      <dgm:spPr/>
      <dgm:t>
        <a:bodyPr/>
        <a:lstStyle/>
        <a:p>
          <a:r>
            <a:rPr lang="en-US" b="1"/>
            <a:t>4. Wireframes &amp; Navigation</a:t>
          </a:r>
          <a:endParaRPr lang="en-US"/>
        </a:p>
      </dgm:t>
    </dgm:pt>
    <dgm:pt modelId="{98FBB665-C3C4-4D2B-BC6A-224755E55FAB}" type="parTrans" cxnId="{3EFBA63E-4AD8-4F53-9697-98CF85D3A368}">
      <dgm:prSet/>
      <dgm:spPr/>
      <dgm:t>
        <a:bodyPr/>
        <a:lstStyle/>
        <a:p>
          <a:endParaRPr lang="en-US"/>
        </a:p>
      </dgm:t>
    </dgm:pt>
    <dgm:pt modelId="{ED2A17DA-0536-4BA3-B525-9EE161B9DF1C}" type="sibTrans" cxnId="{3EFBA63E-4AD8-4F53-9697-98CF85D3A368}">
      <dgm:prSet/>
      <dgm:spPr/>
      <dgm:t>
        <a:bodyPr/>
        <a:lstStyle/>
        <a:p>
          <a:endParaRPr lang="en-US"/>
        </a:p>
      </dgm:t>
    </dgm:pt>
    <dgm:pt modelId="{C75167DB-363C-482E-A421-9AEB78019991}">
      <dgm:prSet/>
      <dgm:spPr/>
      <dgm:t>
        <a:bodyPr/>
        <a:lstStyle/>
        <a:p>
          <a:r>
            <a:rPr lang="en-US" b="1"/>
            <a:t>5. Design System &amp; Identité Visuelle</a:t>
          </a:r>
          <a:endParaRPr lang="en-US"/>
        </a:p>
      </dgm:t>
    </dgm:pt>
    <dgm:pt modelId="{8DA51B98-267F-4AA9-BBA7-C8169A2963E8}" type="parTrans" cxnId="{4002B85C-2A4F-4CB0-A09B-3DD4BE7D6EF7}">
      <dgm:prSet/>
      <dgm:spPr/>
      <dgm:t>
        <a:bodyPr/>
        <a:lstStyle/>
        <a:p>
          <a:endParaRPr lang="en-US"/>
        </a:p>
      </dgm:t>
    </dgm:pt>
    <dgm:pt modelId="{685C4C7B-74C3-44C5-9D9B-5F6A38AE7C51}" type="sibTrans" cxnId="{4002B85C-2A4F-4CB0-A09B-3DD4BE7D6EF7}">
      <dgm:prSet/>
      <dgm:spPr/>
      <dgm:t>
        <a:bodyPr/>
        <a:lstStyle/>
        <a:p>
          <a:endParaRPr lang="en-US"/>
        </a:p>
      </dgm:t>
    </dgm:pt>
    <dgm:pt modelId="{FF4CFAA4-8540-4323-8C44-D36C1C617CBF}">
      <dgm:prSet/>
      <dgm:spPr/>
      <dgm:t>
        <a:bodyPr/>
        <a:lstStyle/>
        <a:p>
          <a:r>
            <a:rPr lang="en-US" b="1"/>
            <a:t>6. Maquettes Haute Fidélité</a:t>
          </a:r>
          <a:endParaRPr lang="en-US"/>
        </a:p>
      </dgm:t>
    </dgm:pt>
    <dgm:pt modelId="{A6837649-C87D-40D7-9317-D090A4D98F44}" type="parTrans" cxnId="{E930A986-D1EF-4025-B360-FFEE79B58981}">
      <dgm:prSet/>
      <dgm:spPr/>
      <dgm:t>
        <a:bodyPr/>
        <a:lstStyle/>
        <a:p>
          <a:endParaRPr lang="en-US"/>
        </a:p>
      </dgm:t>
    </dgm:pt>
    <dgm:pt modelId="{F7D44A66-1EE2-47F9-9068-1D124988824A}" type="sibTrans" cxnId="{E930A986-D1EF-4025-B360-FFEE79B58981}">
      <dgm:prSet/>
      <dgm:spPr/>
      <dgm:t>
        <a:bodyPr/>
        <a:lstStyle/>
        <a:p>
          <a:endParaRPr lang="en-US"/>
        </a:p>
      </dgm:t>
    </dgm:pt>
    <dgm:pt modelId="{C577E4BF-6D53-4653-9FFF-BE76B0AADE70}">
      <dgm:prSet/>
      <dgm:spPr/>
      <dgm:t>
        <a:bodyPr/>
        <a:lstStyle/>
        <a:p>
          <a:r>
            <a:rPr lang="en-US" b="1"/>
            <a:t>7. Base de Données</a:t>
          </a:r>
          <a:endParaRPr lang="en-US"/>
        </a:p>
      </dgm:t>
    </dgm:pt>
    <dgm:pt modelId="{2165341D-7DDF-4D51-9398-77C8D54BE44B}" type="parTrans" cxnId="{FC7D5892-C373-4652-B3B2-D9B44F87553C}">
      <dgm:prSet/>
      <dgm:spPr/>
      <dgm:t>
        <a:bodyPr/>
        <a:lstStyle/>
        <a:p>
          <a:endParaRPr lang="en-US"/>
        </a:p>
      </dgm:t>
    </dgm:pt>
    <dgm:pt modelId="{96D875F8-58B7-4DE0-A544-F16DAF5C9108}" type="sibTrans" cxnId="{FC7D5892-C373-4652-B3B2-D9B44F87553C}">
      <dgm:prSet/>
      <dgm:spPr/>
      <dgm:t>
        <a:bodyPr/>
        <a:lstStyle/>
        <a:p>
          <a:endParaRPr lang="en-US"/>
        </a:p>
      </dgm:t>
    </dgm:pt>
    <dgm:pt modelId="{6AA94696-6AF1-4AC0-B28B-C92FC7AD7C5E}">
      <dgm:prSet/>
      <dgm:spPr/>
      <dgm:t>
        <a:bodyPr/>
        <a:lstStyle/>
        <a:p>
          <a:r>
            <a:rPr lang="en-US"/>
            <a:t>Modèle Conceptuel (MCD)</a:t>
          </a:r>
        </a:p>
      </dgm:t>
    </dgm:pt>
    <dgm:pt modelId="{9FB7DB01-4083-45B0-8744-C0428A5668C8}" type="parTrans" cxnId="{2C971729-61E1-494F-9330-243B401EC314}">
      <dgm:prSet/>
      <dgm:spPr/>
      <dgm:t>
        <a:bodyPr/>
        <a:lstStyle/>
        <a:p>
          <a:endParaRPr lang="en-US"/>
        </a:p>
      </dgm:t>
    </dgm:pt>
    <dgm:pt modelId="{A5C97BE2-EEB5-478E-9E57-A04996C37239}" type="sibTrans" cxnId="{2C971729-61E1-494F-9330-243B401EC314}">
      <dgm:prSet/>
      <dgm:spPr/>
      <dgm:t>
        <a:bodyPr/>
        <a:lstStyle/>
        <a:p>
          <a:endParaRPr lang="en-US"/>
        </a:p>
      </dgm:t>
    </dgm:pt>
    <dgm:pt modelId="{990D46A5-FC40-400C-985A-058206C46CBE}">
      <dgm:prSet/>
      <dgm:spPr/>
      <dgm:t>
        <a:bodyPr/>
        <a:lstStyle/>
        <a:p>
          <a:r>
            <a:rPr lang="en-US"/>
            <a:t>Modèle Physique (MPD)</a:t>
          </a:r>
        </a:p>
      </dgm:t>
    </dgm:pt>
    <dgm:pt modelId="{165EC18F-AB5D-4488-8755-96878F1928E7}" type="parTrans" cxnId="{226A9BCC-B341-422F-8044-F7198A24691C}">
      <dgm:prSet/>
      <dgm:spPr/>
      <dgm:t>
        <a:bodyPr/>
        <a:lstStyle/>
        <a:p>
          <a:endParaRPr lang="en-US"/>
        </a:p>
      </dgm:t>
    </dgm:pt>
    <dgm:pt modelId="{D9758A23-8DEA-4836-A48A-C7AEE7844615}" type="sibTrans" cxnId="{226A9BCC-B341-422F-8044-F7198A24691C}">
      <dgm:prSet/>
      <dgm:spPr/>
      <dgm:t>
        <a:bodyPr/>
        <a:lstStyle/>
        <a:p>
          <a:endParaRPr lang="en-US"/>
        </a:p>
      </dgm:t>
    </dgm:pt>
    <dgm:pt modelId="{BDCA19C6-DE5D-4C2A-8E13-AC1B38FE9454}">
      <dgm:prSet/>
      <dgm:spPr/>
      <dgm:t>
        <a:bodyPr/>
        <a:lstStyle/>
        <a:p>
          <a:r>
            <a:rPr lang="en-US" b="1"/>
            <a:t>8. Conclusion &amp; Prochaines Étapes</a:t>
          </a:r>
          <a:endParaRPr lang="en-US"/>
        </a:p>
      </dgm:t>
    </dgm:pt>
    <dgm:pt modelId="{4A81CBDE-5185-4CF7-A0CF-607C2A2B85F7}" type="parTrans" cxnId="{5A981195-09E9-442E-8D0F-A2B47FADADFF}">
      <dgm:prSet/>
      <dgm:spPr/>
      <dgm:t>
        <a:bodyPr/>
        <a:lstStyle/>
        <a:p>
          <a:endParaRPr lang="en-US"/>
        </a:p>
      </dgm:t>
    </dgm:pt>
    <dgm:pt modelId="{B7A6E0DD-7081-4A3B-A4B2-123B91696E49}" type="sibTrans" cxnId="{5A981195-09E9-442E-8D0F-A2B47FADADFF}">
      <dgm:prSet/>
      <dgm:spPr/>
      <dgm:t>
        <a:bodyPr/>
        <a:lstStyle/>
        <a:p>
          <a:endParaRPr lang="en-US"/>
        </a:p>
      </dgm:t>
    </dgm:pt>
    <dgm:pt modelId="{61682897-6174-B147-B19F-81E3533B7EA7}" type="pres">
      <dgm:prSet presAssocID="{E3274B84-5844-4CBD-878C-FDC4A76F6397}" presName="Name0" presStyleCnt="0">
        <dgm:presLayoutVars>
          <dgm:dir/>
          <dgm:resizeHandles val="exact"/>
        </dgm:presLayoutVars>
      </dgm:prSet>
      <dgm:spPr/>
    </dgm:pt>
    <dgm:pt modelId="{2F1118B8-2F45-5D47-A757-CAB6D2523643}" type="pres">
      <dgm:prSet presAssocID="{0BB17EB2-293E-4CD1-A030-E0BA86A311F0}" presName="node" presStyleLbl="node1" presStyleIdx="0" presStyleCnt="11">
        <dgm:presLayoutVars>
          <dgm:bulletEnabled val="1"/>
        </dgm:presLayoutVars>
      </dgm:prSet>
      <dgm:spPr/>
    </dgm:pt>
    <dgm:pt modelId="{8319B0B9-16B2-C64E-9FAE-31BDEBD17A40}" type="pres">
      <dgm:prSet presAssocID="{E95C072D-27B1-44F9-9DC2-71ED8B50CC06}" presName="sibTrans" presStyleLbl="sibTrans1D1" presStyleIdx="0" presStyleCnt="10"/>
      <dgm:spPr/>
    </dgm:pt>
    <dgm:pt modelId="{1D405855-A6D2-DA4F-ADEE-FC3464F2E061}" type="pres">
      <dgm:prSet presAssocID="{E95C072D-27B1-44F9-9DC2-71ED8B50CC06}" presName="connectorText" presStyleLbl="sibTrans1D1" presStyleIdx="0" presStyleCnt="10"/>
      <dgm:spPr/>
    </dgm:pt>
    <dgm:pt modelId="{AE8009BD-E5C3-2042-88CA-8A629A164D61}" type="pres">
      <dgm:prSet presAssocID="{4BA9FC74-54D8-4B8D-B9B2-D4B9EA0843D0}" presName="node" presStyleLbl="node1" presStyleIdx="1" presStyleCnt="11">
        <dgm:presLayoutVars>
          <dgm:bulletEnabled val="1"/>
        </dgm:presLayoutVars>
      </dgm:prSet>
      <dgm:spPr/>
    </dgm:pt>
    <dgm:pt modelId="{C0C034F2-3DEE-D844-A444-B269F7D9E5E3}" type="pres">
      <dgm:prSet presAssocID="{B5E020BA-ADAE-4281-903D-11EC353DE493}" presName="sibTrans" presStyleLbl="sibTrans1D1" presStyleIdx="1" presStyleCnt="10"/>
      <dgm:spPr/>
    </dgm:pt>
    <dgm:pt modelId="{C4D88437-EED0-B14A-BAE6-DE9DCD3B6B24}" type="pres">
      <dgm:prSet presAssocID="{B5E020BA-ADAE-4281-903D-11EC353DE493}" presName="connectorText" presStyleLbl="sibTrans1D1" presStyleIdx="1" presStyleCnt="10"/>
      <dgm:spPr/>
    </dgm:pt>
    <dgm:pt modelId="{367DAC92-DEA1-E742-9A3D-53234A405804}" type="pres">
      <dgm:prSet presAssocID="{0F1A26C4-32C7-40CA-9E5C-629008AE717D}" presName="node" presStyleLbl="node1" presStyleIdx="2" presStyleCnt="11">
        <dgm:presLayoutVars>
          <dgm:bulletEnabled val="1"/>
        </dgm:presLayoutVars>
      </dgm:prSet>
      <dgm:spPr/>
    </dgm:pt>
    <dgm:pt modelId="{BD220EA4-B878-EA47-B8BB-06EF32CCEB44}" type="pres">
      <dgm:prSet presAssocID="{A255F29D-E800-4855-8476-CA4E1662E001}" presName="sibTrans" presStyleLbl="sibTrans1D1" presStyleIdx="2" presStyleCnt="10"/>
      <dgm:spPr/>
    </dgm:pt>
    <dgm:pt modelId="{2C2A5D30-AC12-934D-A6B4-F3D3702DB8F7}" type="pres">
      <dgm:prSet presAssocID="{A255F29D-E800-4855-8476-CA4E1662E001}" presName="connectorText" presStyleLbl="sibTrans1D1" presStyleIdx="2" presStyleCnt="10"/>
      <dgm:spPr/>
    </dgm:pt>
    <dgm:pt modelId="{BBD4797C-7428-BB49-83D7-C60407BBC46D}" type="pres">
      <dgm:prSet presAssocID="{558309DE-7031-4F44-8E43-47196FC0B77D}" presName="node" presStyleLbl="node1" presStyleIdx="3" presStyleCnt="11">
        <dgm:presLayoutVars>
          <dgm:bulletEnabled val="1"/>
        </dgm:presLayoutVars>
      </dgm:prSet>
      <dgm:spPr/>
    </dgm:pt>
    <dgm:pt modelId="{75EE4D4D-B5B5-F743-9D49-A304A46241CB}" type="pres">
      <dgm:prSet presAssocID="{D82AC191-4855-4444-B110-8F759829AEFA}" presName="sibTrans" presStyleLbl="sibTrans1D1" presStyleIdx="3" presStyleCnt="10"/>
      <dgm:spPr/>
    </dgm:pt>
    <dgm:pt modelId="{7E4A3FA8-1DC3-3A41-8239-D0887D8D2D0A}" type="pres">
      <dgm:prSet presAssocID="{D82AC191-4855-4444-B110-8F759829AEFA}" presName="connectorText" presStyleLbl="sibTrans1D1" presStyleIdx="3" presStyleCnt="10"/>
      <dgm:spPr/>
    </dgm:pt>
    <dgm:pt modelId="{AAA8DE11-506B-7F4E-8AD9-EF80D05C500C}" type="pres">
      <dgm:prSet presAssocID="{484E2C02-8DA0-4B1B-9568-BDF99F7FCB5F}" presName="node" presStyleLbl="node1" presStyleIdx="4" presStyleCnt="11">
        <dgm:presLayoutVars>
          <dgm:bulletEnabled val="1"/>
        </dgm:presLayoutVars>
      </dgm:prSet>
      <dgm:spPr/>
    </dgm:pt>
    <dgm:pt modelId="{C2AA37E6-0FF5-0942-94EF-F7252F3AAB65}" type="pres">
      <dgm:prSet presAssocID="{B8D8F3E4-0969-48FB-800B-A8FACB3F086A}" presName="sibTrans" presStyleLbl="sibTrans1D1" presStyleIdx="4" presStyleCnt="10"/>
      <dgm:spPr/>
    </dgm:pt>
    <dgm:pt modelId="{BCDE486E-A053-BD43-B8BA-C53765580467}" type="pres">
      <dgm:prSet presAssocID="{B8D8F3E4-0969-48FB-800B-A8FACB3F086A}" presName="connectorText" presStyleLbl="sibTrans1D1" presStyleIdx="4" presStyleCnt="10"/>
      <dgm:spPr/>
    </dgm:pt>
    <dgm:pt modelId="{F99F1F53-0944-B34A-B9B9-44032E6E90B8}" type="pres">
      <dgm:prSet presAssocID="{9C190772-5D8A-40A7-807A-8DED6FF893B0}" presName="node" presStyleLbl="node1" presStyleIdx="5" presStyleCnt="11">
        <dgm:presLayoutVars>
          <dgm:bulletEnabled val="1"/>
        </dgm:presLayoutVars>
      </dgm:prSet>
      <dgm:spPr/>
    </dgm:pt>
    <dgm:pt modelId="{D73A6FF2-71C8-2347-BF13-04F68891F48B}" type="pres">
      <dgm:prSet presAssocID="{90550632-59DA-4F85-B1C1-8CEF0EA415B3}" presName="sibTrans" presStyleLbl="sibTrans1D1" presStyleIdx="5" presStyleCnt="10"/>
      <dgm:spPr/>
    </dgm:pt>
    <dgm:pt modelId="{C0ADAA3E-58B0-144F-9AC4-50AE60FFB160}" type="pres">
      <dgm:prSet presAssocID="{90550632-59DA-4F85-B1C1-8CEF0EA415B3}" presName="connectorText" presStyleLbl="sibTrans1D1" presStyleIdx="5" presStyleCnt="10"/>
      <dgm:spPr/>
    </dgm:pt>
    <dgm:pt modelId="{9146DB21-70CC-4E43-BF27-3BA9649676A0}" type="pres">
      <dgm:prSet presAssocID="{75D67A7E-EFE6-4639-A278-6BCE7915768F}" presName="node" presStyleLbl="node1" presStyleIdx="6" presStyleCnt="11">
        <dgm:presLayoutVars>
          <dgm:bulletEnabled val="1"/>
        </dgm:presLayoutVars>
      </dgm:prSet>
      <dgm:spPr/>
    </dgm:pt>
    <dgm:pt modelId="{8580FF7D-8AFF-F84B-8431-B3D49D2FB9BF}" type="pres">
      <dgm:prSet presAssocID="{ED2A17DA-0536-4BA3-B525-9EE161B9DF1C}" presName="sibTrans" presStyleLbl="sibTrans1D1" presStyleIdx="6" presStyleCnt="10"/>
      <dgm:spPr/>
    </dgm:pt>
    <dgm:pt modelId="{6E4DD50C-34BA-E24E-A040-C199649CF0DB}" type="pres">
      <dgm:prSet presAssocID="{ED2A17DA-0536-4BA3-B525-9EE161B9DF1C}" presName="connectorText" presStyleLbl="sibTrans1D1" presStyleIdx="6" presStyleCnt="10"/>
      <dgm:spPr/>
    </dgm:pt>
    <dgm:pt modelId="{969E6AA8-3178-FA4C-B69C-7517DD01AA07}" type="pres">
      <dgm:prSet presAssocID="{C75167DB-363C-482E-A421-9AEB78019991}" presName="node" presStyleLbl="node1" presStyleIdx="7" presStyleCnt="11">
        <dgm:presLayoutVars>
          <dgm:bulletEnabled val="1"/>
        </dgm:presLayoutVars>
      </dgm:prSet>
      <dgm:spPr/>
    </dgm:pt>
    <dgm:pt modelId="{B90E345D-F06D-3545-A3F9-8E6C3B34115A}" type="pres">
      <dgm:prSet presAssocID="{685C4C7B-74C3-44C5-9D9B-5F6A38AE7C51}" presName="sibTrans" presStyleLbl="sibTrans1D1" presStyleIdx="7" presStyleCnt="10"/>
      <dgm:spPr/>
    </dgm:pt>
    <dgm:pt modelId="{668FEE3D-C0DB-744D-BE4D-495A17BB01EC}" type="pres">
      <dgm:prSet presAssocID="{685C4C7B-74C3-44C5-9D9B-5F6A38AE7C51}" presName="connectorText" presStyleLbl="sibTrans1D1" presStyleIdx="7" presStyleCnt="10"/>
      <dgm:spPr/>
    </dgm:pt>
    <dgm:pt modelId="{EB2226B8-5697-244C-AD8D-8BEF737B4FA7}" type="pres">
      <dgm:prSet presAssocID="{FF4CFAA4-8540-4323-8C44-D36C1C617CBF}" presName="node" presStyleLbl="node1" presStyleIdx="8" presStyleCnt="11">
        <dgm:presLayoutVars>
          <dgm:bulletEnabled val="1"/>
        </dgm:presLayoutVars>
      </dgm:prSet>
      <dgm:spPr/>
    </dgm:pt>
    <dgm:pt modelId="{1D7E45C5-CCDF-9246-9D03-81FE7D185A5C}" type="pres">
      <dgm:prSet presAssocID="{F7D44A66-1EE2-47F9-9068-1D124988824A}" presName="sibTrans" presStyleLbl="sibTrans1D1" presStyleIdx="8" presStyleCnt="10"/>
      <dgm:spPr/>
    </dgm:pt>
    <dgm:pt modelId="{C7AA9915-C7CB-0846-AFF6-05CA94E798B2}" type="pres">
      <dgm:prSet presAssocID="{F7D44A66-1EE2-47F9-9068-1D124988824A}" presName="connectorText" presStyleLbl="sibTrans1D1" presStyleIdx="8" presStyleCnt="10"/>
      <dgm:spPr/>
    </dgm:pt>
    <dgm:pt modelId="{3EF09324-BE5B-2449-8E6A-C53DDA63DDFE}" type="pres">
      <dgm:prSet presAssocID="{C577E4BF-6D53-4653-9FFF-BE76B0AADE70}" presName="node" presStyleLbl="node1" presStyleIdx="9" presStyleCnt="11">
        <dgm:presLayoutVars>
          <dgm:bulletEnabled val="1"/>
        </dgm:presLayoutVars>
      </dgm:prSet>
      <dgm:spPr/>
    </dgm:pt>
    <dgm:pt modelId="{EFD88148-32FE-ED45-9433-66D61D6D8012}" type="pres">
      <dgm:prSet presAssocID="{96D875F8-58B7-4DE0-A544-F16DAF5C9108}" presName="sibTrans" presStyleLbl="sibTrans1D1" presStyleIdx="9" presStyleCnt="10"/>
      <dgm:spPr/>
    </dgm:pt>
    <dgm:pt modelId="{492CD893-9D24-144B-AE44-98DDAD10673D}" type="pres">
      <dgm:prSet presAssocID="{96D875F8-58B7-4DE0-A544-F16DAF5C9108}" presName="connectorText" presStyleLbl="sibTrans1D1" presStyleIdx="9" presStyleCnt="10"/>
      <dgm:spPr/>
    </dgm:pt>
    <dgm:pt modelId="{C10556A8-E413-0F42-91AA-4E33D288E6FB}" type="pres">
      <dgm:prSet presAssocID="{BDCA19C6-DE5D-4C2A-8E13-AC1B38FE9454}" presName="node" presStyleLbl="node1" presStyleIdx="10" presStyleCnt="11">
        <dgm:presLayoutVars>
          <dgm:bulletEnabled val="1"/>
        </dgm:presLayoutVars>
      </dgm:prSet>
      <dgm:spPr/>
    </dgm:pt>
  </dgm:ptLst>
  <dgm:cxnLst>
    <dgm:cxn modelId="{413CA512-CB9A-7E4F-918A-38BEF406E6BF}" type="presOf" srcId="{90550632-59DA-4F85-B1C1-8CEF0EA415B3}" destId="{D73A6FF2-71C8-2347-BF13-04F68891F48B}" srcOrd="0" destOrd="0" presId="urn:microsoft.com/office/officeart/2016/7/layout/RepeatingBendingProcessNew"/>
    <dgm:cxn modelId="{C1E76815-9A52-7744-B9CB-37A7C98C7C89}" type="presOf" srcId="{E95C072D-27B1-44F9-9DC2-71ED8B50CC06}" destId="{8319B0B9-16B2-C64E-9FAE-31BDEBD17A40}" srcOrd="0" destOrd="0" presId="urn:microsoft.com/office/officeart/2016/7/layout/RepeatingBendingProcessNew"/>
    <dgm:cxn modelId="{2C971729-61E1-494F-9330-243B401EC314}" srcId="{C577E4BF-6D53-4653-9FFF-BE76B0AADE70}" destId="{6AA94696-6AF1-4AC0-B28B-C92FC7AD7C5E}" srcOrd="0" destOrd="0" parTransId="{9FB7DB01-4083-45B0-8744-C0428A5668C8}" sibTransId="{A5C97BE2-EEB5-478E-9E57-A04996C37239}"/>
    <dgm:cxn modelId="{CC64072F-1394-3447-82F2-2C8298321708}" type="presOf" srcId="{E95C072D-27B1-44F9-9DC2-71ED8B50CC06}" destId="{1D405855-A6D2-DA4F-ADEE-FC3464F2E061}" srcOrd="1" destOrd="0" presId="urn:microsoft.com/office/officeart/2016/7/layout/RepeatingBendingProcessNew"/>
    <dgm:cxn modelId="{69998136-2564-B843-A516-686415B1EF7B}" type="presOf" srcId="{0BB17EB2-293E-4CD1-A030-E0BA86A311F0}" destId="{2F1118B8-2F45-5D47-A757-CAB6D2523643}" srcOrd="0" destOrd="0" presId="urn:microsoft.com/office/officeart/2016/7/layout/RepeatingBendingProcessNew"/>
    <dgm:cxn modelId="{3EFBA63E-4AD8-4F53-9697-98CF85D3A368}" srcId="{E3274B84-5844-4CBD-878C-FDC4A76F6397}" destId="{75D67A7E-EFE6-4639-A278-6BCE7915768F}" srcOrd="6" destOrd="0" parTransId="{98FBB665-C3C4-4D2B-BC6A-224755E55FAB}" sibTransId="{ED2A17DA-0536-4BA3-B525-9EE161B9DF1C}"/>
    <dgm:cxn modelId="{B0DD8041-29C3-FE48-96AD-1E2DA26A0F31}" type="presOf" srcId="{F7D44A66-1EE2-47F9-9068-1D124988824A}" destId="{C7AA9915-C7CB-0846-AFF6-05CA94E798B2}" srcOrd="1" destOrd="0" presId="urn:microsoft.com/office/officeart/2016/7/layout/RepeatingBendingProcessNew"/>
    <dgm:cxn modelId="{A7266344-A94C-AB47-8A6E-1A440AFDCD37}" type="presOf" srcId="{96D875F8-58B7-4DE0-A544-F16DAF5C9108}" destId="{EFD88148-32FE-ED45-9433-66D61D6D8012}" srcOrd="0" destOrd="0" presId="urn:microsoft.com/office/officeart/2016/7/layout/RepeatingBendingProcessNew"/>
    <dgm:cxn modelId="{CEA02747-FB2E-D24A-89AA-73831EA33CE9}" type="presOf" srcId="{BDCA19C6-DE5D-4C2A-8E13-AC1B38FE9454}" destId="{C10556A8-E413-0F42-91AA-4E33D288E6FB}" srcOrd="0" destOrd="0" presId="urn:microsoft.com/office/officeart/2016/7/layout/RepeatingBendingProcessNew"/>
    <dgm:cxn modelId="{681A034F-B9BE-7240-9896-3FD1A51567EC}" type="presOf" srcId="{C75167DB-363C-482E-A421-9AEB78019991}" destId="{969E6AA8-3178-FA4C-B69C-7517DD01AA07}" srcOrd="0" destOrd="0" presId="urn:microsoft.com/office/officeart/2016/7/layout/RepeatingBendingProcessNew"/>
    <dgm:cxn modelId="{5D172752-11D0-FC40-A9A4-91D0D548699E}" type="presOf" srcId="{558309DE-7031-4F44-8E43-47196FC0B77D}" destId="{BBD4797C-7428-BB49-83D7-C60407BBC46D}" srcOrd="0" destOrd="0" presId="urn:microsoft.com/office/officeart/2016/7/layout/RepeatingBendingProcessNew"/>
    <dgm:cxn modelId="{BB0DAA52-B2F9-A741-8292-79ACEED5F80A}" type="presOf" srcId="{B5E020BA-ADAE-4281-903D-11EC353DE493}" destId="{C4D88437-EED0-B14A-BAE6-DE9DCD3B6B24}" srcOrd="1" destOrd="0" presId="urn:microsoft.com/office/officeart/2016/7/layout/RepeatingBendingProcessNew"/>
    <dgm:cxn modelId="{4002B85C-2A4F-4CB0-A09B-3DD4BE7D6EF7}" srcId="{E3274B84-5844-4CBD-878C-FDC4A76F6397}" destId="{C75167DB-363C-482E-A421-9AEB78019991}" srcOrd="7" destOrd="0" parTransId="{8DA51B98-267F-4AA9-BBA7-C8169A2963E8}" sibTransId="{685C4C7B-74C3-44C5-9D9B-5F6A38AE7C51}"/>
    <dgm:cxn modelId="{2ACE6262-2B0E-4DB4-A123-E4ACD2E8F089}" srcId="{E3274B84-5844-4CBD-878C-FDC4A76F6397}" destId="{0BB17EB2-293E-4CD1-A030-E0BA86A311F0}" srcOrd="0" destOrd="0" parTransId="{B7F01D8C-B57F-40C2-B2FA-0395F097C98E}" sibTransId="{E95C072D-27B1-44F9-9DC2-71ED8B50CC06}"/>
    <dgm:cxn modelId="{7D1B3E77-F0B1-914A-A560-AD2DD1A105EF}" type="presOf" srcId="{75D67A7E-EFE6-4639-A278-6BCE7915768F}" destId="{9146DB21-70CC-4E43-BF27-3BA9649676A0}" srcOrd="0" destOrd="0" presId="urn:microsoft.com/office/officeart/2016/7/layout/RepeatingBendingProcessNew"/>
    <dgm:cxn modelId="{4A598B7A-8A0D-E447-A51B-C6E5CCC6168C}" type="presOf" srcId="{ED2A17DA-0536-4BA3-B525-9EE161B9DF1C}" destId="{8580FF7D-8AFF-F84B-8431-B3D49D2FB9BF}" srcOrd="0" destOrd="0" presId="urn:microsoft.com/office/officeart/2016/7/layout/RepeatingBendingProcessNew"/>
    <dgm:cxn modelId="{4A84427D-B814-4BFE-AA3B-3D39C41598AC}" srcId="{E3274B84-5844-4CBD-878C-FDC4A76F6397}" destId="{4BA9FC74-54D8-4B8D-B9B2-D4B9EA0843D0}" srcOrd="1" destOrd="0" parTransId="{F048C6CC-C1A4-4533-B67F-97F045355211}" sibTransId="{B5E020BA-ADAE-4281-903D-11EC353DE493}"/>
    <dgm:cxn modelId="{B71D7B82-082D-CE4D-9236-CB3BCA4A367A}" type="presOf" srcId="{D82AC191-4855-4444-B110-8F759829AEFA}" destId="{7E4A3FA8-1DC3-3A41-8239-D0887D8D2D0A}" srcOrd="1" destOrd="0" presId="urn:microsoft.com/office/officeart/2016/7/layout/RepeatingBendingProcessNew"/>
    <dgm:cxn modelId="{DE9FFE83-6A64-7A45-98D8-71CBDB2B5547}" type="presOf" srcId="{B8D8F3E4-0969-48FB-800B-A8FACB3F086A}" destId="{BCDE486E-A053-BD43-B8BA-C53765580467}" srcOrd="1" destOrd="0" presId="urn:microsoft.com/office/officeart/2016/7/layout/RepeatingBendingProcessNew"/>
    <dgm:cxn modelId="{E930A986-D1EF-4025-B360-FFEE79B58981}" srcId="{E3274B84-5844-4CBD-878C-FDC4A76F6397}" destId="{FF4CFAA4-8540-4323-8C44-D36C1C617CBF}" srcOrd="8" destOrd="0" parTransId="{A6837649-C87D-40D7-9317-D090A4D98F44}" sibTransId="{F7D44A66-1EE2-47F9-9068-1D124988824A}"/>
    <dgm:cxn modelId="{BECA3189-D31F-5243-B94D-B7B1410DB2B9}" type="presOf" srcId="{484E2C02-8DA0-4B1B-9568-BDF99F7FCB5F}" destId="{AAA8DE11-506B-7F4E-8AD9-EF80D05C500C}" srcOrd="0" destOrd="0" presId="urn:microsoft.com/office/officeart/2016/7/layout/RepeatingBendingProcessNew"/>
    <dgm:cxn modelId="{DC6E338A-1550-0049-AF2E-2988C33492B8}" type="presOf" srcId="{685C4C7B-74C3-44C5-9D9B-5F6A38AE7C51}" destId="{668FEE3D-C0DB-744D-BE4D-495A17BB01EC}" srcOrd="1" destOrd="0" presId="urn:microsoft.com/office/officeart/2016/7/layout/RepeatingBendingProcessNew"/>
    <dgm:cxn modelId="{FC7D5892-C373-4652-B3B2-D9B44F87553C}" srcId="{E3274B84-5844-4CBD-878C-FDC4A76F6397}" destId="{C577E4BF-6D53-4653-9FFF-BE76B0AADE70}" srcOrd="9" destOrd="0" parTransId="{2165341D-7DDF-4D51-9398-77C8D54BE44B}" sibTransId="{96D875F8-58B7-4DE0-A544-F16DAF5C9108}"/>
    <dgm:cxn modelId="{5A981195-09E9-442E-8D0F-A2B47FADADFF}" srcId="{E3274B84-5844-4CBD-878C-FDC4A76F6397}" destId="{BDCA19C6-DE5D-4C2A-8E13-AC1B38FE9454}" srcOrd="10" destOrd="0" parTransId="{4A81CBDE-5185-4CF7-A0CF-607C2A2B85F7}" sibTransId="{B7A6E0DD-7081-4A3B-A4B2-123B91696E49}"/>
    <dgm:cxn modelId="{24D99997-3245-6144-A6DA-A2DA06838F27}" type="presOf" srcId="{A255F29D-E800-4855-8476-CA4E1662E001}" destId="{2C2A5D30-AC12-934D-A6B4-F3D3702DB8F7}" srcOrd="1" destOrd="0" presId="urn:microsoft.com/office/officeart/2016/7/layout/RepeatingBendingProcessNew"/>
    <dgm:cxn modelId="{C5E4FC9B-7CD4-434A-8FFC-F10D5BB8C35A}" srcId="{E3274B84-5844-4CBD-878C-FDC4A76F6397}" destId="{0F1A26C4-32C7-40CA-9E5C-629008AE717D}" srcOrd="2" destOrd="0" parTransId="{8BB505D4-2226-4E2F-876D-5E50ADC16565}" sibTransId="{A255F29D-E800-4855-8476-CA4E1662E001}"/>
    <dgm:cxn modelId="{3EAD999D-7180-48CF-85EF-CBEC26D13926}" srcId="{E3274B84-5844-4CBD-878C-FDC4A76F6397}" destId="{9C190772-5D8A-40A7-807A-8DED6FF893B0}" srcOrd="5" destOrd="0" parTransId="{572AC639-D69A-49AB-8C97-3D4BB1929FAF}" sibTransId="{90550632-59DA-4F85-B1C1-8CEF0EA415B3}"/>
    <dgm:cxn modelId="{A4054F9F-24FA-3347-A1F5-7385EAE423D3}" type="presOf" srcId="{90550632-59DA-4F85-B1C1-8CEF0EA415B3}" destId="{C0ADAA3E-58B0-144F-9AC4-50AE60FFB160}" srcOrd="1" destOrd="0" presId="urn:microsoft.com/office/officeart/2016/7/layout/RepeatingBendingProcessNew"/>
    <dgm:cxn modelId="{75E567A9-9FEF-490B-9133-518B7DF9A1E7}" srcId="{E3274B84-5844-4CBD-878C-FDC4A76F6397}" destId="{558309DE-7031-4F44-8E43-47196FC0B77D}" srcOrd="3" destOrd="0" parTransId="{332A39D1-4DBC-4D40-A957-3FF04A1CC6E0}" sibTransId="{D82AC191-4855-4444-B110-8F759829AEFA}"/>
    <dgm:cxn modelId="{921A35AA-B82A-8348-9EB9-60D034E8E7DE}" type="presOf" srcId="{685C4C7B-74C3-44C5-9D9B-5F6A38AE7C51}" destId="{B90E345D-F06D-3545-A3F9-8E6C3B34115A}" srcOrd="0" destOrd="0" presId="urn:microsoft.com/office/officeart/2016/7/layout/RepeatingBendingProcessNew"/>
    <dgm:cxn modelId="{D526D0AB-6212-2144-852B-179AE962C229}" type="presOf" srcId="{6AA94696-6AF1-4AC0-B28B-C92FC7AD7C5E}" destId="{3EF09324-BE5B-2449-8E6A-C53DDA63DDFE}" srcOrd="0" destOrd="1" presId="urn:microsoft.com/office/officeart/2016/7/layout/RepeatingBendingProcessNew"/>
    <dgm:cxn modelId="{1FCA33AF-18CB-0F42-978B-42C4D2370E58}" type="presOf" srcId="{4BA9FC74-54D8-4B8D-B9B2-D4B9EA0843D0}" destId="{AE8009BD-E5C3-2042-88CA-8A629A164D61}" srcOrd="0" destOrd="0" presId="urn:microsoft.com/office/officeart/2016/7/layout/RepeatingBendingProcessNew"/>
    <dgm:cxn modelId="{A0FC12BF-D882-9840-ABB1-205FFA426F20}" type="presOf" srcId="{F7D44A66-1EE2-47F9-9068-1D124988824A}" destId="{1D7E45C5-CCDF-9246-9D03-81FE7D185A5C}" srcOrd="0" destOrd="0" presId="urn:microsoft.com/office/officeart/2016/7/layout/RepeatingBendingProcessNew"/>
    <dgm:cxn modelId="{DEC7EBC1-1CD4-C44E-8A37-ED8A917158D7}" type="presOf" srcId="{B5E020BA-ADAE-4281-903D-11EC353DE493}" destId="{C0C034F2-3DEE-D844-A444-B269F7D9E5E3}" srcOrd="0" destOrd="0" presId="urn:microsoft.com/office/officeart/2016/7/layout/RepeatingBendingProcessNew"/>
    <dgm:cxn modelId="{226A9BCC-B341-422F-8044-F7198A24691C}" srcId="{C577E4BF-6D53-4653-9FFF-BE76B0AADE70}" destId="{990D46A5-FC40-400C-985A-058206C46CBE}" srcOrd="1" destOrd="0" parTransId="{165EC18F-AB5D-4488-8755-96878F1928E7}" sibTransId="{D9758A23-8DEA-4836-A48A-C7AEE7844615}"/>
    <dgm:cxn modelId="{2A9527CE-B3EB-C847-9D39-A527C62EDBD0}" type="presOf" srcId="{E3274B84-5844-4CBD-878C-FDC4A76F6397}" destId="{61682897-6174-B147-B19F-81E3533B7EA7}" srcOrd="0" destOrd="0" presId="urn:microsoft.com/office/officeart/2016/7/layout/RepeatingBendingProcessNew"/>
    <dgm:cxn modelId="{FEE7DAD5-2E95-334A-9F54-2E40D240154B}" type="presOf" srcId="{FF4CFAA4-8540-4323-8C44-D36C1C617CBF}" destId="{EB2226B8-5697-244C-AD8D-8BEF737B4FA7}" srcOrd="0" destOrd="0" presId="urn:microsoft.com/office/officeart/2016/7/layout/RepeatingBendingProcessNew"/>
    <dgm:cxn modelId="{E14715DA-00AF-E549-A46D-56DFEE1382CB}" type="presOf" srcId="{B8D8F3E4-0969-48FB-800B-A8FACB3F086A}" destId="{C2AA37E6-0FF5-0942-94EF-F7252F3AAB65}" srcOrd="0" destOrd="0" presId="urn:microsoft.com/office/officeart/2016/7/layout/RepeatingBendingProcessNew"/>
    <dgm:cxn modelId="{A4E910DB-696C-8747-AE43-C08E85814153}" type="presOf" srcId="{0F1A26C4-32C7-40CA-9E5C-629008AE717D}" destId="{367DAC92-DEA1-E742-9A3D-53234A405804}" srcOrd="0" destOrd="0" presId="urn:microsoft.com/office/officeart/2016/7/layout/RepeatingBendingProcessNew"/>
    <dgm:cxn modelId="{1E761AE4-DA89-5A4A-BBF6-90D420999626}" type="presOf" srcId="{9C190772-5D8A-40A7-807A-8DED6FF893B0}" destId="{F99F1F53-0944-B34A-B9B9-44032E6E90B8}" srcOrd="0" destOrd="0" presId="urn:microsoft.com/office/officeart/2016/7/layout/RepeatingBendingProcessNew"/>
    <dgm:cxn modelId="{7A0EDDE4-F975-A344-A0D7-65D04B1A4924}" type="presOf" srcId="{990D46A5-FC40-400C-985A-058206C46CBE}" destId="{3EF09324-BE5B-2449-8E6A-C53DDA63DDFE}" srcOrd="0" destOrd="2" presId="urn:microsoft.com/office/officeart/2016/7/layout/RepeatingBendingProcessNew"/>
    <dgm:cxn modelId="{ACD7D6E9-0A98-A648-9735-7393F023FB0B}" type="presOf" srcId="{D82AC191-4855-4444-B110-8F759829AEFA}" destId="{75EE4D4D-B5B5-F743-9D49-A304A46241CB}" srcOrd="0" destOrd="0" presId="urn:microsoft.com/office/officeart/2016/7/layout/RepeatingBendingProcessNew"/>
    <dgm:cxn modelId="{A5B180F1-D06B-B542-A9A6-C561A34E27FA}" type="presOf" srcId="{C577E4BF-6D53-4653-9FFF-BE76B0AADE70}" destId="{3EF09324-BE5B-2449-8E6A-C53DDA63DDFE}" srcOrd="0" destOrd="0" presId="urn:microsoft.com/office/officeart/2016/7/layout/RepeatingBendingProcessNew"/>
    <dgm:cxn modelId="{B4B984F2-2D98-634A-8C65-E7D2B47BB036}" type="presOf" srcId="{ED2A17DA-0536-4BA3-B525-9EE161B9DF1C}" destId="{6E4DD50C-34BA-E24E-A040-C199649CF0DB}" srcOrd="1" destOrd="0" presId="urn:microsoft.com/office/officeart/2016/7/layout/RepeatingBendingProcessNew"/>
    <dgm:cxn modelId="{18EC53F3-21CA-4EAC-865A-AD792EE4B50C}" srcId="{E3274B84-5844-4CBD-878C-FDC4A76F6397}" destId="{484E2C02-8DA0-4B1B-9568-BDF99F7FCB5F}" srcOrd="4" destOrd="0" parTransId="{A920DE37-05F7-42A5-86E6-E70E9D5715BC}" sibTransId="{B8D8F3E4-0969-48FB-800B-A8FACB3F086A}"/>
    <dgm:cxn modelId="{2D133DF5-B7E9-3643-BA1F-9EA4542E2E86}" type="presOf" srcId="{A255F29D-E800-4855-8476-CA4E1662E001}" destId="{BD220EA4-B878-EA47-B8BB-06EF32CCEB44}" srcOrd="0" destOrd="0" presId="urn:microsoft.com/office/officeart/2016/7/layout/RepeatingBendingProcessNew"/>
    <dgm:cxn modelId="{B3BB4BF8-1A94-4344-B3EC-505675E0E543}" type="presOf" srcId="{96D875F8-58B7-4DE0-A544-F16DAF5C9108}" destId="{492CD893-9D24-144B-AE44-98DDAD10673D}" srcOrd="1" destOrd="0" presId="urn:microsoft.com/office/officeart/2016/7/layout/RepeatingBendingProcessNew"/>
    <dgm:cxn modelId="{72E43449-FE29-0F43-8EA3-5CACD25734CE}" type="presParOf" srcId="{61682897-6174-B147-B19F-81E3533B7EA7}" destId="{2F1118B8-2F45-5D47-A757-CAB6D2523643}" srcOrd="0" destOrd="0" presId="urn:microsoft.com/office/officeart/2016/7/layout/RepeatingBendingProcessNew"/>
    <dgm:cxn modelId="{AA1D3CCE-16BE-4748-9FAA-125DF9DFBE8F}" type="presParOf" srcId="{61682897-6174-B147-B19F-81E3533B7EA7}" destId="{8319B0B9-16B2-C64E-9FAE-31BDEBD17A40}" srcOrd="1" destOrd="0" presId="urn:microsoft.com/office/officeart/2016/7/layout/RepeatingBendingProcessNew"/>
    <dgm:cxn modelId="{F11E68DB-CA4F-B241-BFFD-104973BC9375}" type="presParOf" srcId="{8319B0B9-16B2-C64E-9FAE-31BDEBD17A40}" destId="{1D405855-A6D2-DA4F-ADEE-FC3464F2E061}" srcOrd="0" destOrd="0" presId="urn:microsoft.com/office/officeart/2016/7/layout/RepeatingBendingProcessNew"/>
    <dgm:cxn modelId="{82CAA063-A82E-2246-B536-62BB54908479}" type="presParOf" srcId="{61682897-6174-B147-B19F-81E3533B7EA7}" destId="{AE8009BD-E5C3-2042-88CA-8A629A164D61}" srcOrd="2" destOrd="0" presId="urn:microsoft.com/office/officeart/2016/7/layout/RepeatingBendingProcessNew"/>
    <dgm:cxn modelId="{53E94FB1-EE3E-AB40-AFB8-49FE89FAC112}" type="presParOf" srcId="{61682897-6174-B147-B19F-81E3533B7EA7}" destId="{C0C034F2-3DEE-D844-A444-B269F7D9E5E3}" srcOrd="3" destOrd="0" presId="urn:microsoft.com/office/officeart/2016/7/layout/RepeatingBendingProcessNew"/>
    <dgm:cxn modelId="{7910A681-AEE5-4446-AFA5-25DCE5F76F75}" type="presParOf" srcId="{C0C034F2-3DEE-D844-A444-B269F7D9E5E3}" destId="{C4D88437-EED0-B14A-BAE6-DE9DCD3B6B24}" srcOrd="0" destOrd="0" presId="urn:microsoft.com/office/officeart/2016/7/layout/RepeatingBendingProcessNew"/>
    <dgm:cxn modelId="{22FB07B2-3D5F-064A-B6D6-9ED895D1DA66}" type="presParOf" srcId="{61682897-6174-B147-B19F-81E3533B7EA7}" destId="{367DAC92-DEA1-E742-9A3D-53234A405804}" srcOrd="4" destOrd="0" presId="urn:microsoft.com/office/officeart/2016/7/layout/RepeatingBendingProcessNew"/>
    <dgm:cxn modelId="{594055D0-2AD8-734D-886F-51137A8811D0}" type="presParOf" srcId="{61682897-6174-B147-B19F-81E3533B7EA7}" destId="{BD220EA4-B878-EA47-B8BB-06EF32CCEB44}" srcOrd="5" destOrd="0" presId="urn:microsoft.com/office/officeart/2016/7/layout/RepeatingBendingProcessNew"/>
    <dgm:cxn modelId="{46E1642C-525F-AC45-9661-4593C48E5866}" type="presParOf" srcId="{BD220EA4-B878-EA47-B8BB-06EF32CCEB44}" destId="{2C2A5D30-AC12-934D-A6B4-F3D3702DB8F7}" srcOrd="0" destOrd="0" presId="urn:microsoft.com/office/officeart/2016/7/layout/RepeatingBendingProcessNew"/>
    <dgm:cxn modelId="{6136B65A-A65D-924F-BCFB-C8306ACAF7A3}" type="presParOf" srcId="{61682897-6174-B147-B19F-81E3533B7EA7}" destId="{BBD4797C-7428-BB49-83D7-C60407BBC46D}" srcOrd="6" destOrd="0" presId="urn:microsoft.com/office/officeart/2016/7/layout/RepeatingBendingProcessNew"/>
    <dgm:cxn modelId="{AC3284D4-8CBF-6149-9751-73896E673396}" type="presParOf" srcId="{61682897-6174-B147-B19F-81E3533B7EA7}" destId="{75EE4D4D-B5B5-F743-9D49-A304A46241CB}" srcOrd="7" destOrd="0" presId="urn:microsoft.com/office/officeart/2016/7/layout/RepeatingBendingProcessNew"/>
    <dgm:cxn modelId="{465FE78A-3A38-1749-AB5F-91EAB035A53C}" type="presParOf" srcId="{75EE4D4D-B5B5-F743-9D49-A304A46241CB}" destId="{7E4A3FA8-1DC3-3A41-8239-D0887D8D2D0A}" srcOrd="0" destOrd="0" presId="urn:microsoft.com/office/officeart/2016/7/layout/RepeatingBendingProcessNew"/>
    <dgm:cxn modelId="{BB69D11D-056F-574B-B995-B29328245C55}" type="presParOf" srcId="{61682897-6174-B147-B19F-81E3533B7EA7}" destId="{AAA8DE11-506B-7F4E-8AD9-EF80D05C500C}" srcOrd="8" destOrd="0" presId="urn:microsoft.com/office/officeart/2016/7/layout/RepeatingBendingProcessNew"/>
    <dgm:cxn modelId="{4458D94A-2F1F-AD46-BCE5-A09FD1FF40ED}" type="presParOf" srcId="{61682897-6174-B147-B19F-81E3533B7EA7}" destId="{C2AA37E6-0FF5-0942-94EF-F7252F3AAB65}" srcOrd="9" destOrd="0" presId="urn:microsoft.com/office/officeart/2016/7/layout/RepeatingBendingProcessNew"/>
    <dgm:cxn modelId="{AB7EC182-56C9-8749-BC5E-C4FA2E54E362}" type="presParOf" srcId="{C2AA37E6-0FF5-0942-94EF-F7252F3AAB65}" destId="{BCDE486E-A053-BD43-B8BA-C53765580467}" srcOrd="0" destOrd="0" presId="urn:microsoft.com/office/officeart/2016/7/layout/RepeatingBendingProcessNew"/>
    <dgm:cxn modelId="{40C773FA-FE07-8346-9AD7-EC2451C89E9F}" type="presParOf" srcId="{61682897-6174-B147-B19F-81E3533B7EA7}" destId="{F99F1F53-0944-B34A-B9B9-44032E6E90B8}" srcOrd="10" destOrd="0" presId="urn:microsoft.com/office/officeart/2016/7/layout/RepeatingBendingProcessNew"/>
    <dgm:cxn modelId="{A8BAA5DA-47F7-514C-AD65-8D3815E26432}" type="presParOf" srcId="{61682897-6174-B147-B19F-81E3533B7EA7}" destId="{D73A6FF2-71C8-2347-BF13-04F68891F48B}" srcOrd="11" destOrd="0" presId="urn:microsoft.com/office/officeart/2016/7/layout/RepeatingBendingProcessNew"/>
    <dgm:cxn modelId="{9DE5A983-0A75-4E4E-97F7-216AE1850374}" type="presParOf" srcId="{D73A6FF2-71C8-2347-BF13-04F68891F48B}" destId="{C0ADAA3E-58B0-144F-9AC4-50AE60FFB160}" srcOrd="0" destOrd="0" presId="urn:microsoft.com/office/officeart/2016/7/layout/RepeatingBendingProcessNew"/>
    <dgm:cxn modelId="{60EA6DBB-0A0C-B246-B3BD-674192093127}" type="presParOf" srcId="{61682897-6174-B147-B19F-81E3533B7EA7}" destId="{9146DB21-70CC-4E43-BF27-3BA9649676A0}" srcOrd="12" destOrd="0" presId="urn:microsoft.com/office/officeart/2016/7/layout/RepeatingBendingProcessNew"/>
    <dgm:cxn modelId="{656C1115-E4CB-7D4A-B690-FB35C1EFB619}" type="presParOf" srcId="{61682897-6174-B147-B19F-81E3533B7EA7}" destId="{8580FF7D-8AFF-F84B-8431-B3D49D2FB9BF}" srcOrd="13" destOrd="0" presId="urn:microsoft.com/office/officeart/2016/7/layout/RepeatingBendingProcessNew"/>
    <dgm:cxn modelId="{A93E1C27-1DFC-DE40-9960-FD421B3ACD37}" type="presParOf" srcId="{8580FF7D-8AFF-F84B-8431-B3D49D2FB9BF}" destId="{6E4DD50C-34BA-E24E-A040-C199649CF0DB}" srcOrd="0" destOrd="0" presId="urn:microsoft.com/office/officeart/2016/7/layout/RepeatingBendingProcessNew"/>
    <dgm:cxn modelId="{E557B1D7-A38D-5B42-A0C9-955662632297}" type="presParOf" srcId="{61682897-6174-B147-B19F-81E3533B7EA7}" destId="{969E6AA8-3178-FA4C-B69C-7517DD01AA07}" srcOrd="14" destOrd="0" presId="urn:microsoft.com/office/officeart/2016/7/layout/RepeatingBendingProcessNew"/>
    <dgm:cxn modelId="{DBFED45C-498B-2E41-9A85-FA1E0B81BACE}" type="presParOf" srcId="{61682897-6174-B147-B19F-81E3533B7EA7}" destId="{B90E345D-F06D-3545-A3F9-8E6C3B34115A}" srcOrd="15" destOrd="0" presId="urn:microsoft.com/office/officeart/2016/7/layout/RepeatingBendingProcessNew"/>
    <dgm:cxn modelId="{3E4C5784-14C2-6A4B-AFF0-992386FDD547}" type="presParOf" srcId="{B90E345D-F06D-3545-A3F9-8E6C3B34115A}" destId="{668FEE3D-C0DB-744D-BE4D-495A17BB01EC}" srcOrd="0" destOrd="0" presId="urn:microsoft.com/office/officeart/2016/7/layout/RepeatingBendingProcessNew"/>
    <dgm:cxn modelId="{EB2EC7E7-4008-204D-8D43-8F817423A573}" type="presParOf" srcId="{61682897-6174-B147-B19F-81E3533B7EA7}" destId="{EB2226B8-5697-244C-AD8D-8BEF737B4FA7}" srcOrd="16" destOrd="0" presId="urn:microsoft.com/office/officeart/2016/7/layout/RepeatingBendingProcessNew"/>
    <dgm:cxn modelId="{E3A24EFE-A06D-5147-A023-3DEC2D3E1CFF}" type="presParOf" srcId="{61682897-6174-B147-B19F-81E3533B7EA7}" destId="{1D7E45C5-CCDF-9246-9D03-81FE7D185A5C}" srcOrd="17" destOrd="0" presId="urn:microsoft.com/office/officeart/2016/7/layout/RepeatingBendingProcessNew"/>
    <dgm:cxn modelId="{62FC61CD-0A86-3D42-8F3A-B36F9097B00E}" type="presParOf" srcId="{1D7E45C5-CCDF-9246-9D03-81FE7D185A5C}" destId="{C7AA9915-C7CB-0846-AFF6-05CA94E798B2}" srcOrd="0" destOrd="0" presId="urn:microsoft.com/office/officeart/2016/7/layout/RepeatingBendingProcessNew"/>
    <dgm:cxn modelId="{AC960CC2-A5D0-AD4F-929D-6EB68605B0D6}" type="presParOf" srcId="{61682897-6174-B147-B19F-81E3533B7EA7}" destId="{3EF09324-BE5B-2449-8E6A-C53DDA63DDFE}" srcOrd="18" destOrd="0" presId="urn:microsoft.com/office/officeart/2016/7/layout/RepeatingBendingProcessNew"/>
    <dgm:cxn modelId="{967A9FFB-9081-C042-84E6-9D307ACC0D98}" type="presParOf" srcId="{61682897-6174-B147-B19F-81E3533B7EA7}" destId="{EFD88148-32FE-ED45-9433-66D61D6D8012}" srcOrd="19" destOrd="0" presId="urn:microsoft.com/office/officeart/2016/7/layout/RepeatingBendingProcessNew"/>
    <dgm:cxn modelId="{C67BFAB7-D61E-824C-9526-2048C7B58814}" type="presParOf" srcId="{EFD88148-32FE-ED45-9433-66D61D6D8012}" destId="{492CD893-9D24-144B-AE44-98DDAD10673D}" srcOrd="0" destOrd="0" presId="urn:microsoft.com/office/officeart/2016/7/layout/RepeatingBendingProcessNew"/>
    <dgm:cxn modelId="{90679531-975F-2A40-A142-D8E2081A25A7}" type="presParOf" srcId="{61682897-6174-B147-B19F-81E3533B7EA7}" destId="{C10556A8-E413-0F42-91AA-4E33D288E6FB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8F3045-9F48-4743-B72C-C5A628707059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277D5F0-FA5E-4AD6-9943-5360D398805F}">
      <dgm:prSet/>
      <dgm:spPr/>
      <dgm:t>
        <a:bodyPr/>
        <a:lstStyle/>
        <a:p>
          <a:r>
            <a:rPr lang="en-US" b="1" dirty="0"/>
            <a:t>Le </a:t>
          </a:r>
          <a:r>
            <a:rPr lang="en-US" b="1" dirty="0" err="1"/>
            <a:t>Projet</a:t>
          </a:r>
          <a:r>
            <a:rPr lang="en-US" b="1" dirty="0"/>
            <a:t> </a:t>
          </a:r>
          <a:r>
            <a:rPr lang="en-US" b="1" dirty="0" err="1"/>
            <a:t>Ciné</a:t>
          </a:r>
          <a:r>
            <a:rPr lang="en-US" b="1" dirty="0"/>
            <a:t> </a:t>
          </a:r>
          <a:r>
            <a:rPr lang="en-US" b="1" dirty="0" err="1"/>
            <a:t>Délices</a:t>
          </a:r>
          <a:r>
            <a:rPr lang="en-US" dirty="0"/>
            <a:t> 🎬🍽️</a:t>
          </a:r>
        </a:p>
      </dgm:t>
    </dgm:pt>
    <dgm:pt modelId="{4D0B312F-AB2E-4476-8860-EA43BF44B7F3}" type="parTrans" cxnId="{456D6BD8-A065-4EA8-BD60-CA4F5AC882AC}">
      <dgm:prSet/>
      <dgm:spPr/>
      <dgm:t>
        <a:bodyPr/>
        <a:lstStyle/>
        <a:p>
          <a:endParaRPr lang="en-US"/>
        </a:p>
      </dgm:t>
    </dgm:pt>
    <dgm:pt modelId="{E97E26BD-E1E9-491B-9A2C-C4357E7C0D31}" type="sibTrans" cxnId="{456D6BD8-A065-4EA8-BD60-CA4F5AC882AC}">
      <dgm:prSet/>
      <dgm:spPr/>
      <dgm:t>
        <a:bodyPr/>
        <a:lstStyle/>
        <a:p>
          <a:endParaRPr lang="en-US"/>
        </a:p>
      </dgm:t>
    </dgm:pt>
    <dgm:pt modelId="{2DA5218D-0591-44DA-8D2A-076CDE6CAF4B}">
      <dgm:prSet/>
      <dgm:spPr/>
      <dgm:t>
        <a:bodyPr/>
        <a:lstStyle/>
        <a:p>
          <a:r>
            <a:rPr lang="en-US" b="1"/>
            <a:t>Concept :</a:t>
          </a:r>
          <a:endParaRPr lang="en-US"/>
        </a:p>
      </dgm:t>
    </dgm:pt>
    <dgm:pt modelId="{4D0EDE0B-8AA6-48A3-95C7-336BA88DE4FE}" type="parTrans" cxnId="{1434D10B-39A8-4049-A9D2-9F4D5236058A}">
      <dgm:prSet/>
      <dgm:spPr/>
      <dgm:t>
        <a:bodyPr/>
        <a:lstStyle/>
        <a:p>
          <a:endParaRPr lang="en-US"/>
        </a:p>
      </dgm:t>
    </dgm:pt>
    <dgm:pt modelId="{0BEFC2D1-285A-4974-8A0E-D03027AFC473}" type="sibTrans" cxnId="{1434D10B-39A8-4049-A9D2-9F4D5236058A}">
      <dgm:prSet/>
      <dgm:spPr/>
      <dgm:t>
        <a:bodyPr/>
        <a:lstStyle/>
        <a:p>
          <a:endParaRPr lang="en-US"/>
        </a:p>
      </dgm:t>
    </dgm:pt>
    <dgm:pt modelId="{ED071B05-6722-4730-96BD-1A456C3FD48D}">
      <dgm:prSet/>
      <dgm:spPr/>
      <dgm:t>
        <a:bodyPr/>
        <a:lstStyle/>
        <a:p>
          <a:r>
            <a:rPr lang="en-US" dirty="0"/>
            <a:t>Une </a:t>
          </a:r>
          <a:r>
            <a:rPr lang="en-US" dirty="0" err="1"/>
            <a:t>plateforme</a:t>
          </a:r>
          <a:r>
            <a:rPr lang="en-US" dirty="0"/>
            <a:t> web </a:t>
          </a:r>
          <a:r>
            <a:rPr lang="en-US" dirty="0" err="1"/>
            <a:t>innovante</a:t>
          </a:r>
          <a:r>
            <a:rPr lang="en-US" dirty="0"/>
            <a:t> qui </a:t>
          </a:r>
          <a:r>
            <a:rPr lang="en-US" dirty="0" err="1"/>
            <a:t>marie</a:t>
          </a:r>
          <a:r>
            <a:rPr lang="en-US" dirty="0"/>
            <a:t> le Cinéma et la </a:t>
          </a:r>
          <a:r>
            <a:rPr lang="en-US" dirty="0" err="1"/>
            <a:t>Gastronomie</a:t>
          </a:r>
          <a:endParaRPr lang="en-US" dirty="0"/>
        </a:p>
      </dgm:t>
    </dgm:pt>
    <dgm:pt modelId="{150507F9-A6AE-4924-BAC8-38EF2E69BBBB}" type="parTrans" cxnId="{3B27AC64-BCD8-4703-8963-1D56E07508B8}">
      <dgm:prSet/>
      <dgm:spPr/>
      <dgm:t>
        <a:bodyPr/>
        <a:lstStyle/>
        <a:p>
          <a:endParaRPr lang="en-US"/>
        </a:p>
      </dgm:t>
    </dgm:pt>
    <dgm:pt modelId="{10CB9E56-DD4F-4205-A011-323D8D4A56AC}" type="sibTrans" cxnId="{3B27AC64-BCD8-4703-8963-1D56E07508B8}">
      <dgm:prSet/>
      <dgm:spPr/>
      <dgm:t>
        <a:bodyPr/>
        <a:lstStyle/>
        <a:p>
          <a:endParaRPr lang="en-US"/>
        </a:p>
      </dgm:t>
    </dgm:pt>
    <dgm:pt modelId="{9E76B6DF-E383-4CE3-83D7-F2838BDC2BBF}">
      <dgm:prSet/>
      <dgm:spPr/>
      <dgm:t>
        <a:bodyPr/>
        <a:lstStyle/>
        <a:p>
          <a:r>
            <a:rPr lang="en-US" b="1"/>
            <a:t>Objectif :</a:t>
          </a:r>
          <a:endParaRPr lang="en-US"/>
        </a:p>
      </dgm:t>
    </dgm:pt>
    <dgm:pt modelId="{6EA13882-AE65-4AD9-9920-78CE14EE6240}" type="parTrans" cxnId="{9E5636F2-605D-40CB-AEF7-4831366DD0C3}">
      <dgm:prSet/>
      <dgm:spPr/>
      <dgm:t>
        <a:bodyPr/>
        <a:lstStyle/>
        <a:p>
          <a:endParaRPr lang="en-US"/>
        </a:p>
      </dgm:t>
    </dgm:pt>
    <dgm:pt modelId="{BF510848-00DE-419C-965E-2A359E70B117}" type="sibTrans" cxnId="{9E5636F2-605D-40CB-AEF7-4831366DD0C3}">
      <dgm:prSet/>
      <dgm:spPr/>
      <dgm:t>
        <a:bodyPr/>
        <a:lstStyle/>
        <a:p>
          <a:endParaRPr lang="en-US"/>
        </a:p>
      </dgm:t>
    </dgm:pt>
    <dgm:pt modelId="{B91F28E9-1B27-4FC7-8A69-EA4B2753F6B7}">
      <dgm:prSet/>
      <dgm:spPr/>
      <dgm:t>
        <a:bodyPr/>
        <a:lstStyle/>
        <a:p>
          <a:r>
            <a:rPr lang="en-US"/>
            <a:t>Permettre aux fans de reproduire les plats iconiques de leurs films et séries préférés</a:t>
          </a:r>
        </a:p>
      </dgm:t>
    </dgm:pt>
    <dgm:pt modelId="{09F9E009-281D-4BF7-925D-C436DEB32C1F}" type="parTrans" cxnId="{AF2F7252-97EF-4F57-A19D-C9464B5C0150}">
      <dgm:prSet/>
      <dgm:spPr/>
      <dgm:t>
        <a:bodyPr/>
        <a:lstStyle/>
        <a:p>
          <a:endParaRPr lang="en-US"/>
        </a:p>
      </dgm:t>
    </dgm:pt>
    <dgm:pt modelId="{E6347A72-18AD-4F88-A941-B277CDDC2CDE}" type="sibTrans" cxnId="{AF2F7252-97EF-4F57-A19D-C9464B5C0150}">
      <dgm:prSet/>
      <dgm:spPr/>
      <dgm:t>
        <a:bodyPr/>
        <a:lstStyle/>
        <a:p>
          <a:endParaRPr lang="en-US"/>
        </a:p>
      </dgm:t>
    </dgm:pt>
    <dgm:pt modelId="{3A9F3C58-AE5D-4CC1-AB45-ABDAC78BC3E5}">
      <dgm:prSet/>
      <dgm:spPr/>
      <dgm:t>
        <a:bodyPr/>
        <a:lstStyle/>
        <a:p>
          <a:r>
            <a:rPr lang="en-US" b="1"/>
            <a:t>Valeur Ajoutée :</a:t>
          </a:r>
          <a:endParaRPr lang="en-US"/>
        </a:p>
      </dgm:t>
    </dgm:pt>
    <dgm:pt modelId="{E54B15F8-1D51-45B9-A0F8-EBD8B7828CB0}" type="parTrans" cxnId="{185BF0B3-5CB6-4BF5-8B5C-2FF6D7EFDEF4}">
      <dgm:prSet/>
      <dgm:spPr/>
      <dgm:t>
        <a:bodyPr/>
        <a:lstStyle/>
        <a:p>
          <a:endParaRPr lang="en-US"/>
        </a:p>
      </dgm:t>
    </dgm:pt>
    <dgm:pt modelId="{E50C3A8C-5BBD-45C3-B18F-CBC3B16BC1C0}" type="sibTrans" cxnId="{185BF0B3-5CB6-4BF5-8B5C-2FF6D7EFDEF4}">
      <dgm:prSet/>
      <dgm:spPr/>
      <dgm:t>
        <a:bodyPr/>
        <a:lstStyle/>
        <a:p>
          <a:endParaRPr lang="en-US"/>
        </a:p>
      </dgm:t>
    </dgm:pt>
    <dgm:pt modelId="{160A807F-623D-481A-BEC6-908D171D5F2D}">
      <dgm:prSet/>
      <dgm:spPr/>
      <dgm:t>
        <a:bodyPr/>
        <a:lstStyle/>
        <a:p>
          <a:r>
            <a:rPr lang="en-US" b="0"/>
            <a:t>Expérience immersive combinant culture pop et cuisine</a:t>
          </a:r>
          <a:endParaRPr lang="en-US"/>
        </a:p>
      </dgm:t>
    </dgm:pt>
    <dgm:pt modelId="{EE8F81D8-626D-47FD-9064-84AF0C179CD1}" type="parTrans" cxnId="{1052E4C3-61AF-46DB-844D-FC9AE011720C}">
      <dgm:prSet/>
      <dgm:spPr/>
      <dgm:t>
        <a:bodyPr/>
        <a:lstStyle/>
        <a:p>
          <a:endParaRPr lang="en-US"/>
        </a:p>
      </dgm:t>
    </dgm:pt>
    <dgm:pt modelId="{05088347-773B-4F0B-974E-4706218FC1A9}" type="sibTrans" cxnId="{1052E4C3-61AF-46DB-844D-FC9AE011720C}">
      <dgm:prSet/>
      <dgm:spPr/>
      <dgm:t>
        <a:bodyPr/>
        <a:lstStyle/>
        <a:p>
          <a:endParaRPr lang="en-US"/>
        </a:p>
      </dgm:t>
    </dgm:pt>
    <dgm:pt modelId="{2899ACC0-4E34-4B72-9336-58EDA8D10973}">
      <dgm:prSet/>
      <dgm:spPr/>
      <dgm:t>
        <a:bodyPr/>
        <a:lstStyle/>
        <a:p>
          <a:r>
            <a:rPr lang="en-US" b="0"/>
            <a:t>Communauté de cinéphiles gourmands</a:t>
          </a:r>
          <a:endParaRPr lang="en-US"/>
        </a:p>
      </dgm:t>
    </dgm:pt>
    <dgm:pt modelId="{1FA56E2B-E010-4F9C-A8A5-E725A6A2E4D7}" type="parTrans" cxnId="{2D71C8A4-5E88-4B3B-961A-D8501CE23DA9}">
      <dgm:prSet/>
      <dgm:spPr/>
      <dgm:t>
        <a:bodyPr/>
        <a:lstStyle/>
        <a:p>
          <a:endParaRPr lang="en-US"/>
        </a:p>
      </dgm:t>
    </dgm:pt>
    <dgm:pt modelId="{083A543F-B7BA-4F6E-BC61-8DCEC6D4601F}" type="sibTrans" cxnId="{2D71C8A4-5E88-4B3B-961A-D8501CE23DA9}">
      <dgm:prSet/>
      <dgm:spPr/>
      <dgm:t>
        <a:bodyPr/>
        <a:lstStyle/>
        <a:p>
          <a:endParaRPr lang="en-US"/>
        </a:p>
      </dgm:t>
    </dgm:pt>
    <dgm:pt modelId="{35A57848-4071-4E13-B2AE-9DE75D65AE42}">
      <dgm:prSet/>
      <dgm:spPr/>
      <dgm:t>
        <a:bodyPr/>
        <a:lstStyle/>
        <a:p>
          <a:r>
            <a:rPr lang="en-US" b="0"/>
            <a:t>Recettes authentiques liées aux œuvres cinématographiques</a:t>
          </a:r>
          <a:endParaRPr lang="en-US"/>
        </a:p>
      </dgm:t>
    </dgm:pt>
    <dgm:pt modelId="{49FB3230-A8C0-45C6-952A-5CD197384551}" type="parTrans" cxnId="{737E79B9-422D-414F-97E6-AB445FA8BD57}">
      <dgm:prSet/>
      <dgm:spPr/>
      <dgm:t>
        <a:bodyPr/>
        <a:lstStyle/>
        <a:p>
          <a:endParaRPr lang="en-US"/>
        </a:p>
      </dgm:t>
    </dgm:pt>
    <dgm:pt modelId="{2F84508D-67E6-45DA-A6D5-3BBF3A2B3C7E}" type="sibTrans" cxnId="{737E79B9-422D-414F-97E6-AB445FA8BD57}">
      <dgm:prSet/>
      <dgm:spPr/>
      <dgm:t>
        <a:bodyPr/>
        <a:lstStyle/>
        <a:p>
          <a:endParaRPr lang="en-US"/>
        </a:p>
      </dgm:t>
    </dgm:pt>
    <dgm:pt modelId="{9D28B734-6366-454F-8593-0BDB15BC46DE}" type="pres">
      <dgm:prSet presAssocID="{3A8F3045-9F48-4743-B72C-C5A628707059}" presName="Name0" presStyleCnt="0">
        <dgm:presLayoutVars>
          <dgm:dir/>
          <dgm:animLvl val="lvl"/>
          <dgm:resizeHandles val="exact"/>
        </dgm:presLayoutVars>
      </dgm:prSet>
      <dgm:spPr/>
    </dgm:pt>
    <dgm:pt modelId="{FFF56483-F542-6048-BB84-AE6E8CDA0AAA}" type="pres">
      <dgm:prSet presAssocID="{E277D5F0-FA5E-4AD6-9943-5360D398805F}" presName="linNode" presStyleCnt="0"/>
      <dgm:spPr/>
    </dgm:pt>
    <dgm:pt modelId="{7755D1AD-648F-C844-BE34-3FEF4B3392A3}" type="pres">
      <dgm:prSet presAssocID="{E277D5F0-FA5E-4AD6-9943-5360D398805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308B22C-CD3E-554C-9EFB-47AC62A3DD05}" type="pres">
      <dgm:prSet presAssocID="{E97E26BD-E1E9-491B-9A2C-C4357E7C0D31}" presName="sp" presStyleCnt="0"/>
      <dgm:spPr/>
    </dgm:pt>
    <dgm:pt modelId="{11A7AE2A-C3E5-9746-91DA-0873DF805619}" type="pres">
      <dgm:prSet presAssocID="{2DA5218D-0591-44DA-8D2A-076CDE6CAF4B}" presName="linNode" presStyleCnt="0"/>
      <dgm:spPr/>
    </dgm:pt>
    <dgm:pt modelId="{A2EE3AB0-6738-9D40-8DB4-BA38D30196B6}" type="pres">
      <dgm:prSet presAssocID="{2DA5218D-0591-44DA-8D2A-076CDE6CAF4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1298624-3BB6-D849-AF0E-924EC666F72E}" type="pres">
      <dgm:prSet presAssocID="{2DA5218D-0591-44DA-8D2A-076CDE6CAF4B}" presName="descendantText" presStyleLbl="alignAccFollowNode1" presStyleIdx="0" presStyleCnt="3">
        <dgm:presLayoutVars>
          <dgm:bulletEnabled val="1"/>
        </dgm:presLayoutVars>
      </dgm:prSet>
      <dgm:spPr/>
    </dgm:pt>
    <dgm:pt modelId="{30A5F0D0-6123-894A-A1C4-DDFF8CBD7EF0}" type="pres">
      <dgm:prSet presAssocID="{0BEFC2D1-285A-4974-8A0E-D03027AFC473}" presName="sp" presStyleCnt="0"/>
      <dgm:spPr/>
    </dgm:pt>
    <dgm:pt modelId="{1AD9D235-A561-D046-9058-E8252C2AE85B}" type="pres">
      <dgm:prSet presAssocID="{9E76B6DF-E383-4CE3-83D7-F2838BDC2BBF}" presName="linNode" presStyleCnt="0"/>
      <dgm:spPr/>
    </dgm:pt>
    <dgm:pt modelId="{D3B57A50-E6F5-EA44-9E28-569EB34C1324}" type="pres">
      <dgm:prSet presAssocID="{9E76B6DF-E383-4CE3-83D7-F2838BDC2BB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BFC4A9A-6019-614B-8C21-9A0C948334B9}" type="pres">
      <dgm:prSet presAssocID="{9E76B6DF-E383-4CE3-83D7-F2838BDC2BBF}" presName="descendantText" presStyleLbl="alignAccFollowNode1" presStyleIdx="1" presStyleCnt="3">
        <dgm:presLayoutVars>
          <dgm:bulletEnabled val="1"/>
        </dgm:presLayoutVars>
      </dgm:prSet>
      <dgm:spPr/>
    </dgm:pt>
    <dgm:pt modelId="{D352E50C-0F0F-A949-8893-55207B4BD34C}" type="pres">
      <dgm:prSet presAssocID="{BF510848-00DE-419C-965E-2A359E70B117}" presName="sp" presStyleCnt="0"/>
      <dgm:spPr/>
    </dgm:pt>
    <dgm:pt modelId="{61F28490-A3BB-4C4A-9928-1E6EC7FF4874}" type="pres">
      <dgm:prSet presAssocID="{3A9F3C58-AE5D-4CC1-AB45-ABDAC78BC3E5}" presName="linNode" presStyleCnt="0"/>
      <dgm:spPr/>
    </dgm:pt>
    <dgm:pt modelId="{984FB032-5065-0644-9AD7-7BAFF80B9298}" type="pres">
      <dgm:prSet presAssocID="{3A9F3C58-AE5D-4CC1-AB45-ABDAC78BC3E5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644AB86-3AD4-CC41-8EFF-6DEEB39C5436}" type="pres">
      <dgm:prSet presAssocID="{3A9F3C58-AE5D-4CC1-AB45-ABDAC78BC3E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434D10B-39A8-4049-A9D2-9F4D5236058A}" srcId="{3A8F3045-9F48-4743-B72C-C5A628707059}" destId="{2DA5218D-0591-44DA-8D2A-076CDE6CAF4B}" srcOrd="1" destOrd="0" parTransId="{4D0EDE0B-8AA6-48A3-95C7-336BA88DE4FE}" sibTransId="{0BEFC2D1-285A-4974-8A0E-D03027AFC473}"/>
    <dgm:cxn modelId="{1A944C2A-727A-1D42-828F-62B60E137E99}" type="presOf" srcId="{3A9F3C58-AE5D-4CC1-AB45-ABDAC78BC3E5}" destId="{984FB032-5065-0644-9AD7-7BAFF80B9298}" srcOrd="0" destOrd="0" presId="urn:microsoft.com/office/officeart/2005/8/layout/vList5"/>
    <dgm:cxn modelId="{6F6C3A46-D22D-054E-9E5D-C3C08A88C386}" type="presOf" srcId="{B91F28E9-1B27-4FC7-8A69-EA4B2753F6B7}" destId="{0BFC4A9A-6019-614B-8C21-9A0C948334B9}" srcOrd="0" destOrd="0" presId="urn:microsoft.com/office/officeart/2005/8/layout/vList5"/>
    <dgm:cxn modelId="{4C7BCA48-882D-844B-8821-82C6F3FF4BE1}" type="presOf" srcId="{35A57848-4071-4E13-B2AE-9DE75D65AE42}" destId="{1644AB86-3AD4-CC41-8EFF-6DEEB39C5436}" srcOrd="0" destOrd="2" presId="urn:microsoft.com/office/officeart/2005/8/layout/vList5"/>
    <dgm:cxn modelId="{4402724F-ADBC-5546-A8EC-F6C01D118C95}" type="presOf" srcId="{2DA5218D-0591-44DA-8D2A-076CDE6CAF4B}" destId="{A2EE3AB0-6738-9D40-8DB4-BA38D30196B6}" srcOrd="0" destOrd="0" presId="urn:microsoft.com/office/officeart/2005/8/layout/vList5"/>
    <dgm:cxn modelId="{AF2F7252-97EF-4F57-A19D-C9464B5C0150}" srcId="{9E76B6DF-E383-4CE3-83D7-F2838BDC2BBF}" destId="{B91F28E9-1B27-4FC7-8A69-EA4B2753F6B7}" srcOrd="0" destOrd="0" parTransId="{09F9E009-281D-4BF7-925D-C436DEB32C1F}" sibTransId="{E6347A72-18AD-4F88-A941-B277CDDC2CDE}"/>
    <dgm:cxn modelId="{A662E863-FDA0-6245-91E1-111CACFFA89C}" type="presOf" srcId="{9E76B6DF-E383-4CE3-83D7-F2838BDC2BBF}" destId="{D3B57A50-E6F5-EA44-9E28-569EB34C1324}" srcOrd="0" destOrd="0" presId="urn:microsoft.com/office/officeart/2005/8/layout/vList5"/>
    <dgm:cxn modelId="{3B27AC64-BCD8-4703-8963-1D56E07508B8}" srcId="{2DA5218D-0591-44DA-8D2A-076CDE6CAF4B}" destId="{ED071B05-6722-4730-96BD-1A456C3FD48D}" srcOrd="0" destOrd="0" parTransId="{150507F9-A6AE-4924-BAC8-38EF2E69BBBB}" sibTransId="{10CB9E56-DD4F-4205-A011-323D8D4A56AC}"/>
    <dgm:cxn modelId="{2D71C8A4-5E88-4B3B-961A-D8501CE23DA9}" srcId="{3A9F3C58-AE5D-4CC1-AB45-ABDAC78BC3E5}" destId="{2899ACC0-4E34-4B72-9336-58EDA8D10973}" srcOrd="1" destOrd="0" parTransId="{1FA56E2B-E010-4F9C-A8A5-E725A6A2E4D7}" sibTransId="{083A543F-B7BA-4F6E-BC61-8DCEC6D4601F}"/>
    <dgm:cxn modelId="{185BF0B3-5CB6-4BF5-8B5C-2FF6D7EFDEF4}" srcId="{3A8F3045-9F48-4743-B72C-C5A628707059}" destId="{3A9F3C58-AE5D-4CC1-AB45-ABDAC78BC3E5}" srcOrd="3" destOrd="0" parTransId="{E54B15F8-1D51-45B9-A0F8-EBD8B7828CB0}" sibTransId="{E50C3A8C-5BBD-45C3-B18F-CBC3B16BC1C0}"/>
    <dgm:cxn modelId="{737E79B9-422D-414F-97E6-AB445FA8BD57}" srcId="{3A9F3C58-AE5D-4CC1-AB45-ABDAC78BC3E5}" destId="{35A57848-4071-4E13-B2AE-9DE75D65AE42}" srcOrd="2" destOrd="0" parTransId="{49FB3230-A8C0-45C6-952A-5CD197384551}" sibTransId="{2F84508D-67E6-45DA-A6D5-3BBF3A2B3C7E}"/>
    <dgm:cxn modelId="{4ED162BA-5D08-414A-9A0E-88E644E4538C}" type="presOf" srcId="{2899ACC0-4E34-4B72-9336-58EDA8D10973}" destId="{1644AB86-3AD4-CC41-8EFF-6DEEB39C5436}" srcOrd="0" destOrd="1" presId="urn:microsoft.com/office/officeart/2005/8/layout/vList5"/>
    <dgm:cxn modelId="{A5FE5EBC-5E0A-804E-A971-CE31F69AF8B2}" type="presOf" srcId="{160A807F-623D-481A-BEC6-908D171D5F2D}" destId="{1644AB86-3AD4-CC41-8EFF-6DEEB39C5436}" srcOrd="0" destOrd="0" presId="urn:microsoft.com/office/officeart/2005/8/layout/vList5"/>
    <dgm:cxn modelId="{1052E4C3-61AF-46DB-844D-FC9AE011720C}" srcId="{3A9F3C58-AE5D-4CC1-AB45-ABDAC78BC3E5}" destId="{160A807F-623D-481A-BEC6-908D171D5F2D}" srcOrd="0" destOrd="0" parTransId="{EE8F81D8-626D-47FD-9064-84AF0C179CD1}" sibTransId="{05088347-773B-4F0B-974E-4706218FC1A9}"/>
    <dgm:cxn modelId="{456D6BD8-A065-4EA8-BD60-CA4F5AC882AC}" srcId="{3A8F3045-9F48-4743-B72C-C5A628707059}" destId="{E277D5F0-FA5E-4AD6-9943-5360D398805F}" srcOrd="0" destOrd="0" parTransId="{4D0B312F-AB2E-4476-8860-EA43BF44B7F3}" sibTransId="{E97E26BD-E1E9-491B-9A2C-C4357E7C0D31}"/>
    <dgm:cxn modelId="{9B5453DC-E0BE-C74E-81F7-1F316F2EC4AD}" type="presOf" srcId="{ED071B05-6722-4730-96BD-1A456C3FD48D}" destId="{21298624-3BB6-D849-AF0E-924EC666F72E}" srcOrd="0" destOrd="0" presId="urn:microsoft.com/office/officeart/2005/8/layout/vList5"/>
    <dgm:cxn modelId="{CE97D8DF-436C-A243-87FF-2993BEF9CAF8}" type="presOf" srcId="{E277D5F0-FA5E-4AD6-9943-5360D398805F}" destId="{7755D1AD-648F-C844-BE34-3FEF4B3392A3}" srcOrd="0" destOrd="0" presId="urn:microsoft.com/office/officeart/2005/8/layout/vList5"/>
    <dgm:cxn modelId="{26BE78E0-8252-8849-9645-D39D58714C9C}" type="presOf" srcId="{3A8F3045-9F48-4743-B72C-C5A628707059}" destId="{9D28B734-6366-454F-8593-0BDB15BC46DE}" srcOrd="0" destOrd="0" presId="urn:microsoft.com/office/officeart/2005/8/layout/vList5"/>
    <dgm:cxn modelId="{9E5636F2-605D-40CB-AEF7-4831366DD0C3}" srcId="{3A8F3045-9F48-4743-B72C-C5A628707059}" destId="{9E76B6DF-E383-4CE3-83D7-F2838BDC2BBF}" srcOrd="2" destOrd="0" parTransId="{6EA13882-AE65-4AD9-9920-78CE14EE6240}" sibTransId="{BF510848-00DE-419C-965E-2A359E70B117}"/>
    <dgm:cxn modelId="{1E56AEC6-B0A1-5040-99B7-9A31EE576C0A}" type="presParOf" srcId="{9D28B734-6366-454F-8593-0BDB15BC46DE}" destId="{FFF56483-F542-6048-BB84-AE6E8CDA0AAA}" srcOrd="0" destOrd="0" presId="urn:microsoft.com/office/officeart/2005/8/layout/vList5"/>
    <dgm:cxn modelId="{F55F612D-DE94-8643-A961-A10852B643C2}" type="presParOf" srcId="{FFF56483-F542-6048-BB84-AE6E8CDA0AAA}" destId="{7755D1AD-648F-C844-BE34-3FEF4B3392A3}" srcOrd="0" destOrd="0" presId="urn:microsoft.com/office/officeart/2005/8/layout/vList5"/>
    <dgm:cxn modelId="{2C2E158D-432F-2541-97F3-1CF61F7D9505}" type="presParOf" srcId="{9D28B734-6366-454F-8593-0BDB15BC46DE}" destId="{4308B22C-CD3E-554C-9EFB-47AC62A3DD05}" srcOrd="1" destOrd="0" presId="urn:microsoft.com/office/officeart/2005/8/layout/vList5"/>
    <dgm:cxn modelId="{04A8A1E2-68B7-174B-945D-9873005E2022}" type="presParOf" srcId="{9D28B734-6366-454F-8593-0BDB15BC46DE}" destId="{11A7AE2A-C3E5-9746-91DA-0873DF805619}" srcOrd="2" destOrd="0" presId="urn:microsoft.com/office/officeart/2005/8/layout/vList5"/>
    <dgm:cxn modelId="{3DEF75C0-C616-C84E-8AB8-34EC045FE49A}" type="presParOf" srcId="{11A7AE2A-C3E5-9746-91DA-0873DF805619}" destId="{A2EE3AB0-6738-9D40-8DB4-BA38D30196B6}" srcOrd="0" destOrd="0" presId="urn:microsoft.com/office/officeart/2005/8/layout/vList5"/>
    <dgm:cxn modelId="{D7C007F8-6392-0246-9BED-BAA4B470F208}" type="presParOf" srcId="{11A7AE2A-C3E5-9746-91DA-0873DF805619}" destId="{21298624-3BB6-D849-AF0E-924EC666F72E}" srcOrd="1" destOrd="0" presId="urn:microsoft.com/office/officeart/2005/8/layout/vList5"/>
    <dgm:cxn modelId="{798AEDAF-DB3A-A449-9E62-351B8F47A11D}" type="presParOf" srcId="{9D28B734-6366-454F-8593-0BDB15BC46DE}" destId="{30A5F0D0-6123-894A-A1C4-DDFF8CBD7EF0}" srcOrd="3" destOrd="0" presId="urn:microsoft.com/office/officeart/2005/8/layout/vList5"/>
    <dgm:cxn modelId="{8099ABDE-9A65-3F40-9E76-1E6F7E7ADEC9}" type="presParOf" srcId="{9D28B734-6366-454F-8593-0BDB15BC46DE}" destId="{1AD9D235-A561-D046-9058-E8252C2AE85B}" srcOrd="4" destOrd="0" presId="urn:microsoft.com/office/officeart/2005/8/layout/vList5"/>
    <dgm:cxn modelId="{9E1DB388-31AA-414F-915C-E27F038CC68D}" type="presParOf" srcId="{1AD9D235-A561-D046-9058-E8252C2AE85B}" destId="{D3B57A50-E6F5-EA44-9E28-569EB34C1324}" srcOrd="0" destOrd="0" presId="urn:microsoft.com/office/officeart/2005/8/layout/vList5"/>
    <dgm:cxn modelId="{DF26FE17-EED0-B949-B080-85487791D493}" type="presParOf" srcId="{1AD9D235-A561-D046-9058-E8252C2AE85B}" destId="{0BFC4A9A-6019-614B-8C21-9A0C948334B9}" srcOrd="1" destOrd="0" presId="urn:microsoft.com/office/officeart/2005/8/layout/vList5"/>
    <dgm:cxn modelId="{4332714F-639E-6847-8BF0-0C291D1D5570}" type="presParOf" srcId="{9D28B734-6366-454F-8593-0BDB15BC46DE}" destId="{D352E50C-0F0F-A949-8893-55207B4BD34C}" srcOrd="5" destOrd="0" presId="urn:microsoft.com/office/officeart/2005/8/layout/vList5"/>
    <dgm:cxn modelId="{503797F3-583F-F543-A0C8-CCAC37A1A382}" type="presParOf" srcId="{9D28B734-6366-454F-8593-0BDB15BC46DE}" destId="{61F28490-A3BB-4C4A-9928-1E6EC7FF4874}" srcOrd="6" destOrd="0" presId="urn:microsoft.com/office/officeart/2005/8/layout/vList5"/>
    <dgm:cxn modelId="{1FF8269B-B92B-E24A-A8C9-333681AB1A5A}" type="presParOf" srcId="{61F28490-A3BB-4C4A-9928-1E6EC7FF4874}" destId="{984FB032-5065-0644-9AD7-7BAFF80B9298}" srcOrd="0" destOrd="0" presId="urn:microsoft.com/office/officeart/2005/8/layout/vList5"/>
    <dgm:cxn modelId="{D13A716F-DDA1-A046-B045-92D530427859}" type="presParOf" srcId="{61F28490-A3BB-4C4A-9928-1E6EC7FF4874}" destId="{1644AB86-3AD4-CC41-8EFF-6DEEB39C543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9B0B9-16B2-C64E-9FAE-31BDEBD17A40}">
      <dsp:nvSpPr>
        <dsp:cNvPr id="0" name=""/>
        <dsp:cNvSpPr/>
      </dsp:nvSpPr>
      <dsp:spPr>
        <a:xfrm>
          <a:off x="909332" y="281769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93142" y="326445"/>
        <a:ext cx="10432" cy="2088"/>
      </dsp:txXfrm>
    </dsp:sp>
    <dsp:sp modelId="{2F1118B8-2F45-5D47-A757-CAB6D2523643}">
      <dsp:nvSpPr>
        <dsp:cNvPr id="0" name=""/>
        <dsp:cNvSpPr/>
      </dsp:nvSpPr>
      <dsp:spPr>
        <a:xfrm>
          <a:off x="3946" y="55334"/>
          <a:ext cx="907185" cy="5443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1. Introduction &amp; Contexte</a:t>
          </a:r>
          <a:endParaRPr lang="en-US" sz="1200" kern="1200"/>
        </a:p>
      </dsp:txBody>
      <dsp:txXfrm>
        <a:off x="3946" y="55334"/>
        <a:ext cx="907185" cy="544311"/>
      </dsp:txXfrm>
    </dsp:sp>
    <dsp:sp modelId="{C0C034F2-3DEE-D844-A444-B269F7D9E5E3}">
      <dsp:nvSpPr>
        <dsp:cNvPr id="0" name=""/>
        <dsp:cNvSpPr/>
      </dsp:nvSpPr>
      <dsp:spPr>
        <a:xfrm>
          <a:off x="2025170" y="281769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520169"/>
              <a:satOff val="-649"/>
              <a:lumOff val="1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8980" y="326445"/>
        <a:ext cx="10432" cy="2088"/>
      </dsp:txXfrm>
    </dsp:sp>
    <dsp:sp modelId="{AE8009BD-E5C3-2042-88CA-8A629A164D61}">
      <dsp:nvSpPr>
        <dsp:cNvPr id="0" name=""/>
        <dsp:cNvSpPr/>
      </dsp:nvSpPr>
      <dsp:spPr>
        <a:xfrm>
          <a:off x="1119784" y="55334"/>
          <a:ext cx="907185" cy="544311"/>
        </a:xfrm>
        <a:prstGeom prst="rect">
          <a:avLst/>
        </a:prstGeom>
        <a:solidFill>
          <a:schemeClr val="accent2">
            <a:hueOff val="468152"/>
            <a:satOff val="-584"/>
            <a:lumOff val="1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2. Cahier des Charges</a:t>
          </a:r>
          <a:endParaRPr lang="en-US" sz="1200" kern="1200" dirty="0"/>
        </a:p>
      </dsp:txBody>
      <dsp:txXfrm>
        <a:off x="1119784" y="55334"/>
        <a:ext cx="907185" cy="544311"/>
      </dsp:txXfrm>
    </dsp:sp>
    <dsp:sp modelId="{BD220EA4-B878-EA47-B8BB-06EF32CCEB44}">
      <dsp:nvSpPr>
        <dsp:cNvPr id="0" name=""/>
        <dsp:cNvSpPr/>
      </dsp:nvSpPr>
      <dsp:spPr>
        <a:xfrm>
          <a:off x="457539" y="597845"/>
          <a:ext cx="2231676" cy="178052"/>
        </a:xfrm>
        <a:custGeom>
          <a:avLst/>
          <a:gdLst/>
          <a:ahLst/>
          <a:cxnLst/>
          <a:rect l="0" t="0" r="0" b="0"/>
          <a:pathLst>
            <a:path>
              <a:moveTo>
                <a:pt x="2231676" y="0"/>
              </a:moveTo>
              <a:lnTo>
                <a:pt x="2231676" y="106126"/>
              </a:lnTo>
              <a:lnTo>
                <a:pt x="0" y="106126"/>
              </a:lnTo>
              <a:lnTo>
                <a:pt x="0" y="178052"/>
              </a:lnTo>
            </a:path>
          </a:pathLst>
        </a:custGeom>
        <a:noFill/>
        <a:ln w="9525" cap="flat" cmpd="sng" algn="ctr">
          <a:solidFill>
            <a:schemeClr val="accent2">
              <a:hueOff val="1040338"/>
              <a:satOff val="-1298"/>
              <a:lumOff val="30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17342" y="685827"/>
        <a:ext cx="112070" cy="2088"/>
      </dsp:txXfrm>
    </dsp:sp>
    <dsp:sp modelId="{367DAC92-DEA1-E742-9A3D-53234A405804}">
      <dsp:nvSpPr>
        <dsp:cNvPr id="0" name=""/>
        <dsp:cNvSpPr/>
      </dsp:nvSpPr>
      <dsp:spPr>
        <a:xfrm>
          <a:off x="2235622" y="55334"/>
          <a:ext cx="907185" cy="544311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Vision &amp; Objectifs</a:t>
          </a:r>
        </a:p>
      </dsp:txBody>
      <dsp:txXfrm>
        <a:off x="2235622" y="55334"/>
        <a:ext cx="907185" cy="544311"/>
      </dsp:txXfrm>
    </dsp:sp>
    <dsp:sp modelId="{75EE4D4D-B5B5-F743-9D49-A304A46241CB}">
      <dsp:nvSpPr>
        <dsp:cNvPr id="0" name=""/>
        <dsp:cNvSpPr/>
      </dsp:nvSpPr>
      <dsp:spPr>
        <a:xfrm>
          <a:off x="909332" y="1034733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93142" y="1079409"/>
        <a:ext cx="10432" cy="2088"/>
      </dsp:txXfrm>
    </dsp:sp>
    <dsp:sp modelId="{BBD4797C-7428-BB49-83D7-C60407BBC46D}">
      <dsp:nvSpPr>
        <dsp:cNvPr id="0" name=""/>
        <dsp:cNvSpPr/>
      </dsp:nvSpPr>
      <dsp:spPr>
        <a:xfrm>
          <a:off x="3946" y="808298"/>
          <a:ext cx="907185" cy="544311"/>
        </a:xfrm>
        <a:prstGeom prst="rect">
          <a:avLst/>
        </a:prstGeom>
        <a:solidFill>
          <a:schemeClr val="accent2">
            <a:hueOff val="1404456"/>
            <a:satOff val="-1752"/>
            <a:lumOff val="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Fonctionnalités MVP</a:t>
          </a:r>
        </a:p>
      </dsp:txBody>
      <dsp:txXfrm>
        <a:off x="3946" y="808298"/>
        <a:ext cx="907185" cy="544311"/>
      </dsp:txXfrm>
    </dsp:sp>
    <dsp:sp modelId="{C2AA37E6-0FF5-0942-94EF-F7252F3AAB65}">
      <dsp:nvSpPr>
        <dsp:cNvPr id="0" name=""/>
        <dsp:cNvSpPr/>
      </dsp:nvSpPr>
      <dsp:spPr>
        <a:xfrm>
          <a:off x="2025170" y="1034733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2080676"/>
              <a:satOff val="-2595"/>
              <a:lumOff val="61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8980" y="1079409"/>
        <a:ext cx="10432" cy="2088"/>
      </dsp:txXfrm>
    </dsp:sp>
    <dsp:sp modelId="{AAA8DE11-506B-7F4E-8AD9-EF80D05C500C}">
      <dsp:nvSpPr>
        <dsp:cNvPr id="0" name=""/>
        <dsp:cNvSpPr/>
      </dsp:nvSpPr>
      <dsp:spPr>
        <a:xfrm>
          <a:off x="1119784" y="808298"/>
          <a:ext cx="907185" cy="544311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Public cible</a:t>
          </a:r>
        </a:p>
      </dsp:txBody>
      <dsp:txXfrm>
        <a:off x="1119784" y="808298"/>
        <a:ext cx="907185" cy="544311"/>
      </dsp:txXfrm>
    </dsp:sp>
    <dsp:sp modelId="{D73A6FF2-71C8-2347-BF13-04F68891F48B}">
      <dsp:nvSpPr>
        <dsp:cNvPr id="0" name=""/>
        <dsp:cNvSpPr/>
      </dsp:nvSpPr>
      <dsp:spPr>
        <a:xfrm>
          <a:off x="457539" y="1350809"/>
          <a:ext cx="2231676" cy="178052"/>
        </a:xfrm>
        <a:custGeom>
          <a:avLst/>
          <a:gdLst/>
          <a:ahLst/>
          <a:cxnLst/>
          <a:rect l="0" t="0" r="0" b="0"/>
          <a:pathLst>
            <a:path>
              <a:moveTo>
                <a:pt x="2231676" y="0"/>
              </a:moveTo>
              <a:lnTo>
                <a:pt x="2231676" y="106126"/>
              </a:lnTo>
              <a:lnTo>
                <a:pt x="0" y="106126"/>
              </a:lnTo>
              <a:lnTo>
                <a:pt x="0" y="178052"/>
              </a:lnTo>
            </a:path>
          </a:pathLst>
        </a:custGeom>
        <a:noFill/>
        <a:ln w="9525" cap="flat" cmpd="sng" algn="ctr">
          <a:solidFill>
            <a:schemeClr val="accent2">
              <a:hueOff val="2600844"/>
              <a:satOff val="-3244"/>
              <a:lumOff val="76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17342" y="1438791"/>
        <a:ext cx="112070" cy="2088"/>
      </dsp:txXfrm>
    </dsp:sp>
    <dsp:sp modelId="{F99F1F53-0944-B34A-B9B9-44032E6E90B8}">
      <dsp:nvSpPr>
        <dsp:cNvPr id="0" name=""/>
        <dsp:cNvSpPr/>
      </dsp:nvSpPr>
      <dsp:spPr>
        <a:xfrm>
          <a:off x="2235622" y="808298"/>
          <a:ext cx="907185" cy="544311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3. Architecture &amp; Arborescence</a:t>
          </a:r>
          <a:endParaRPr lang="en-US" sz="1200" kern="1200"/>
        </a:p>
      </dsp:txBody>
      <dsp:txXfrm>
        <a:off x="2235622" y="808298"/>
        <a:ext cx="907185" cy="544311"/>
      </dsp:txXfrm>
    </dsp:sp>
    <dsp:sp modelId="{8580FF7D-8AFF-F84B-8431-B3D49D2FB9BF}">
      <dsp:nvSpPr>
        <dsp:cNvPr id="0" name=""/>
        <dsp:cNvSpPr/>
      </dsp:nvSpPr>
      <dsp:spPr>
        <a:xfrm>
          <a:off x="909332" y="1787698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93142" y="1832373"/>
        <a:ext cx="10432" cy="2088"/>
      </dsp:txXfrm>
    </dsp:sp>
    <dsp:sp modelId="{9146DB21-70CC-4E43-BF27-3BA9649676A0}">
      <dsp:nvSpPr>
        <dsp:cNvPr id="0" name=""/>
        <dsp:cNvSpPr/>
      </dsp:nvSpPr>
      <dsp:spPr>
        <a:xfrm>
          <a:off x="3946" y="1561262"/>
          <a:ext cx="907185" cy="544311"/>
        </a:xfrm>
        <a:prstGeom prst="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4. Wireframes &amp; Navigation</a:t>
          </a:r>
          <a:endParaRPr lang="en-US" sz="1200" kern="1200"/>
        </a:p>
      </dsp:txBody>
      <dsp:txXfrm>
        <a:off x="3946" y="1561262"/>
        <a:ext cx="907185" cy="544311"/>
      </dsp:txXfrm>
    </dsp:sp>
    <dsp:sp modelId="{B90E345D-F06D-3545-A3F9-8E6C3B34115A}">
      <dsp:nvSpPr>
        <dsp:cNvPr id="0" name=""/>
        <dsp:cNvSpPr/>
      </dsp:nvSpPr>
      <dsp:spPr>
        <a:xfrm>
          <a:off x="2025170" y="1787698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3641182"/>
              <a:satOff val="-4541"/>
              <a:lumOff val="10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8980" y="1832373"/>
        <a:ext cx="10432" cy="2088"/>
      </dsp:txXfrm>
    </dsp:sp>
    <dsp:sp modelId="{969E6AA8-3178-FA4C-B69C-7517DD01AA07}">
      <dsp:nvSpPr>
        <dsp:cNvPr id="0" name=""/>
        <dsp:cNvSpPr/>
      </dsp:nvSpPr>
      <dsp:spPr>
        <a:xfrm>
          <a:off x="1119784" y="1561262"/>
          <a:ext cx="907185" cy="544311"/>
        </a:xfrm>
        <a:prstGeom prst="rect">
          <a:avLst/>
        </a:prstGeom>
        <a:solidFill>
          <a:schemeClr val="accent2">
            <a:hueOff val="3277064"/>
            <a:satOff val="-4087"/>
            <a:lumOff val="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5. Design System &amp; Identité Visuelle</a:t>
          </a:r>
          <a:endParaRPr lang="en-US" sz="1200" kern="1200"/>
        </a:p>
      </dsp:txBody>
      <dsp:txXfrm>
        <a:off x="1119784" y="1561262"/>
        <a:ext cx="907185" cy="544311"/>
      </dsp:txXfrm>
    </dsp:sp>
    <dsp:sp modelId="{1D7E45C5-CCDF-9246-9D03-81FE7D185A5C}">
      <dsp:nvSpPr>
        <dsp:cNvPr id="0" name=""/>
        <dsp:cNvSpPr/>
      </dsp:nvSpPr>
      <dsp:spPr>
        <a:xfrm>
          <a:off x="457539" y="2103773"/>
          <a:ext cx="2231676" cy="178052"/>
        </a:xfrm>
        <a:custGeom>
          <a:avLst/>
          <a:gdLst/>
          <a:ahLst/>
          <a:cxnLst/>
          <a:rect l="0" t="0" r="0" b="0"/>
          <a:pathLst>
            <a:path>
              <a:moveTo>
                <a:pt x="2231676" y="0"/>
              </a:moveTo>
              <a:lnTo>
                <a:pt x="2231676" y="106126"/>
              </a:lnTo>
              <a:lnTo>
                <a:pt x="0" y="106126"/>
              </a:lnTo>
              <a:lnTo>
                <a:pt x="0" y="178052"/>
              </a:lnTo>
            </a:path>
          </a:pathLst>
        </a:custGeom>
        <a:noFill/>
        <a:ln w="9525" cap="flat" cmpd="sng" algn="ctr">
          <a:solidFill>
            <a:schemeClr val="accent2">
              <a:hueOff val="4161351"/>
              <a:satOff val="-5190"/>
              <a:lumOff val="122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17342" y="2191755"/>
        <a:ext cx="112070" cy="2088"/>
      </dsp:txXfrm>
    </dsp:sp>
    <dsp:sp modelId="{EB2226B8-5697-244C-AD8D-8BEF737B4FA7}">
      <dsp:nvSpPr>
        <dsp:cNvPr id="0" name=""/>
        <dsp:cNvSpPr/>
      </dsp:nvSpPr>
      <dsp:spPr>
        <a:xfrm>
          <a:off x="2235622" y="1561262"/>
          <a:ext cx="907185" cy="544311"/>
        </a:xfrm>
        <a:prstGeom prst="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6. Maquettes Haute Fidélité</a:t>
          </a:r>
          <a:endParaRPr lang="en-US" sz="1200" kern="1200"/>
        </a:p>
      </dsp:txBody>
      <dsp:txXfrm>
        <a:off x="2235622" y="1561262"/>
        <a:ext cx="907185" cy="544311"/>
      </dsp:txXfrm>
    </dsp:sp>
    <dsp:sp modelId="{EFD88148-32FE-ED45-9433-66D61D6D8012}">
      <dsp:nvSpPr>
        <dsp:cNvPr id="0" name=""/>
        <dsp:cNvSpPr/>
      </dsp:nvSpPr>
      <dsp:spPr>
        <a:xfrm>
          <a:off x="909332" y="2540662"/>
          <a:ext cx="1780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78052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93142" y="2585337"/>
        <a:ext cx="10432" cy="2088"/>
      </dsp:txXfrm>
    </dsp:sp>
    <dsp:sp modelId="{3EF09324-BE5B-2449-8E6A-C53DDA63DDFE}">
      <dsp:nvSpPr>
        <dsp:cNvPr id="0" name=""/>
        <dsp:cNvSpPr/>
      </dsp:nvSpPr>
      <dsp:spPr>
        <a:xfrm>
          <a:off x="3946" y="2314226"/>
          <a:ext cx="907185" cy="544311"/>
        </a:xfrm>
        <a:prstGeom prst="rect">
          <a:avLst/>
        </a:prstGeom>
        <a:solidFill>
          <a:schemeClr val="accent2">
            <a:hueOff val="4213368"/>
            <a:satOff val="-5255"/>
            <a:lumOff val="123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7. Base de Données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Modèle Conceptuel (MCD)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Modèle Physique (MPD)</a:t>
          </a:r>
        </a:p>
      </dsp:txBody>
      <dsp:txXfrm>
        <a:off x="3946" y="2314226"/>
        <a:ext cx="907185" cy="544311"/>
      </dsp:txXfrm>
    </dsp:sp>
    <dsp:sp modelId="{C10556A8-E413-0F42-91AA-4E33D288E6FB}">
      <dsp:nvSpPr>
        <dsp:cNvPr id="0" name=""/>
        <dsp:cNvSpPr/>
      </dsp:nvSpPr>
      <dsp:spPr>
        <a:xfrm>
          <a:off x="1119784" y="2314226"/>
          <a:ext cx="907185" cy="544311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3" tIns="46661" rIns="44453" bIns="466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8. Conclusion &amp; Prochaines Étapes</a:t>
          </a:r>
          <a:endParaRPr lang="en-US" sz="1200" kern="1200"/>
        </a:p>
      </dsp:txBody>
      <dsp:txXfrm>
        <a:off x="1119784" y="2314226"/>
        <a:ext cx="907185" cy="5443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5D1AD-648F-C844-BE34-3FEF4B3392A3}">
      <dsp:nvSpPr>
        <dsp:cNvPr id="0" name=""/>
        <dsp:cNvSpPr/>
      </dsp:nvSpPr>
      <dsp:spPr>
        <a:xfrm>
          <a:off x="0" y="1956"/>
          <a:ext cx="1570417" cy="94088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Le </a:t>
          </a:r>
          <a:r>
            <a:rPr lang="en-US" sz="1800" b="1" kern="1200" dirty="0" err="1"/>
            <a:t>Projet</a:t>
          </a:r>
          <a:r>
            <a:rPr lang="en-US" sz="1800" b="1" kern="1200" dirty="0"/>
            <a:t> </a:t>
          </a:r>
          <a:r>
            <a:rPr lang="en-US" sz="1800" b="1" kern="1200" dirty="0" err="1"/>
            <a:t>Ciné</a:t>
          </a:r>
          <a:r>
            <a:rPr lang="en-US" sz="1800" b="1" kern="1200" dirty="0"/>
            <a:t> </a:t>
          </a:r>
          <a:r>
            <a:rPr lang="en-US" sz="1800" b="1" kern="1200" dirty="0" err="1"/>
            <a:t>Délices</a:t>
          </a:r>
          <a:r>
            <a:rPr lang="en-US" sz="1800" kern="1200" dirty="0"/>
            <a:t> 🎬🍽️</a:t>
          </a:r>
        </a:p>
      </dsp:txBody>
      <dsp:txXfrm>
        <a:off x="45930" y="47886"/>
        <a:ext cx="1478557" cy="849025"/>
      </dsp:txXfrm>
    </dsp:sp>
    <dsp:sp modelId="{21298624-3BB6-D849-AF0E-924EC666F72E}">
      <dsp:nvSpPr>
        <dsp:cNvPr id="0" name=""/>
        <dsp:cNvSpPr/>
      </dsp:nvSpPr>
      <dsp:spPr>
        <a:xfrm rot="5400000">
          <a:off x="2589990" y="64401"/>
          <a:ext cx="752708" cy="279185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Une </a:t>
          </a:r>
          <a:r>
            <a:rPr lang="en-US" sz="900" kern="1200" dirty="0" err="1"/>
            <a:t>plateforme</a:t>
          </a:r>
          <a:r>
            <a:rPr lang="en-US" sz="900" kern="1200" dirty="0"/>
            <a:t> web </a:t>
          </a:r>
          <a:r>
            <a:rPr lang="en-US" sz="900" kern="1200" dirty="0" err="1"/>
            <a:t>innovante</a:t>
          </a:r>
          <a:r>
            <a:rPr lang="en-US" sz="900" kern="1200" dirty="0"/>
            <a:t> qui </a:t>
          </a:r>
          <a:r>
            <a:rPr lang="en-US" sz="900" kern="1200" dirty="0" err="1"/>
            <a:t>marie</a:t>
          </a:r>
          <a:r>
            <a:rPr lang="en-US" sz="900" kern="1200" dirty="0"/>
            <a:t> le Cinéma et la </a:t>
          </a:r>
          <a:r>
            <a:rPr lang="en-US" sz="900" kern="1200" dirty="0" err="1"/>
            <a:t>Gastronomie</a:t>
          </a:r>
          <a:endParaRPr lang="en-US" sz="900" kern="1200" dirty="0"/>
        </a:p>
      </dsp:txBody>
      <dsp:txXfrm rot="-5400000">
        <a:off x="1570417" y="1120718"/>
        <a:ext cx="2755110" cy="679220"/>
      </dsp:txXfrm>
    </dsp:sp>
    <dsp:sp modelId="{A2EE3AB0-6738-9D40-8DB4-BA38D30196B6}">
      <dsp:nvSpPr>
        <dsp:cNvPr id="0" name=""/>
        <dsp:cNvSpPr/>
      </dsp:nvSpPr>
      <dsp:spPr>
        <a:xfrm>
          <a:off x="0" y="989885"/>
          <a:ext cx="1570417" cy="94088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Concept :</a:t>
          </a:r>
          <a:endParaRPr lang="en-US" sz="1800" kern="1200"/>
        </a:p>
      </dsp:txBody>
      <dsp:txXfrm>
        <a:off x="45930" y="1035815"/>
        <a:ext cx="1478557" cy="849025"/>
      </dsp:txXfrm>
    </dsp:sp>
    <dsp:sp modelId="{0BFC4A9A-6019-614B-8C21-9A0C948334B9}">
      <dsp:nvSpPr>
        <dsp:cNvPr id="0" name=""/>
        <dsp:cNvSpPr/>
      </dsp:nvSpPr>
      <dsp:spPr>
        <a:xfrm rot="5400000">
          <a:off x="2589990" y="1052331"/>
          <a:ext cx="752708" cy="279185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Permettre aux fans de reproduire les plats iconiques de leurs films et séries préférés</a:t>
          </a:r>
        </a:p>
      </dsp:txBody>
      <dsp:txXfrm rot="-5400000">
        <a:off x="1570417" y="2108648"/>
        <a:ext cx="2755110" cy="679220"/>
      </dsp:txXfrm>
    </dsp:sp>
    <dsp:sp modelId="{D3B57A50-E6F5-EA44-9E28-569EB34C1324}">
      <dsp:nvSpPr>
        <dsp:cNvPr id="0" name=""/>
        <dsp:cNvSpPr/>
      </dsp:nvSpPr>
      <dsp:spPr>
        <a:xfrm>
          <a:off x="0" y="1977815"/>
          <a:ext cx="1570417" cy="94088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Objectif :</a:t>
          </a:r>
          <a:endParaRPr lang="en-US" sz="1800" kern="1200"/>
        </a:p>
      </dsp:txBody>
      <dsp:txXfrm>
        <a:off x="45930" y="2023745"/>
        <a:ext cx="1478557" cy="849025"/>
      </dsp:txXfrm>
    </dsp:sp>
    <dsp:sp modelId="{1644AB86-3AD4-CC41-8EFF-6DEEB39C5436}">
      <dsp:nvSpPr>
        <dsp:cNvPr id="0" name=""/>
        <dsp:cNvSpPr/>
      </dsp:nvSpPr>
      <dsp:spPr>
        <a:xfrm rot="5400000">
          <a:off x="2589990" y="2040261"/>
          <a:ext cx="752708" cy="279185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/>
            <a:t>Expérience immersive combinant culture pop et cuisine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/>
            <a:t>Communauté de cinéphiles gourmands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/>
            <a:t>Recettes authentiques liées aux œuvres cinématographiques</a:t>
          </a:r>
          <a:endParaRPr lang="en-US" sz="900" kern="1200"/>
        </a:p>
      </dsp:txBody>
      <dsp:txXfrm rot="-5400000">
        <a:off x="1570417" y="3096578"/>
        <a:ext cx="2755110" cy="679220"/>
      </dsp:txXfrm>
    </dsp:sp>
    <dsp:sp modelId="{984FB032-5065-0644-9AD7-7BAFF80B9298}">
      <dsp:nvSpPr>
        <dsp:cNvPr id="0" name=""/>
        <dsp:cNvSpPr/>
      </dsp:nvSpPr>
      <dsp:spPr>
        <a:xfrm>
          <a:off x="0" y="2965745"/>
          <a:ext cx="1570417" cy="94088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Valeur Ajoutée :</a:t>
          </a:r>
          <a:endParaRPr lang="en-US" sz="1800" kern="1200"/>
        </a:p>
      </dsp:txBody>
      <dsp:txXfrm>
        <a:off x="45930" y="3011675"/>
        <a:ext cx="1478557" cy="849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Ciné Délices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Présentation Sprint 0 - Phase de Conception</a:t>
            </a:r>
          </a:p>
          <a:p>
            <a:endParaRPr/>
          </a:p>
          <a:p>
            <a:r>
              <a:t>🎬 Mariage du Cinéma et de la Gastronomie 🍽️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defRPr sz="3200" b="1">
                <a:solidFill>
                  <a:srgbClr val="8B0000"/>
                </a:solidFill>
              </a:defRPr>
            </a:pPr>
            <a:r>
              <a:rPr lang="en-US" sz="4200"/>
              <a:t>Plan de Présentation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961A4-1D73-5751-5B9A-746D83BC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6" r="38780" b="-2"/>
          <a:stretch>
            <a:fillRect/>
          </a:stretch>
        </p:blipFill>
        <p:spPr>
          <a:xfrm>
            <a:off x="379063" y="554151"/>
            <a:ext cx="4306642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2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17" y="703679"/>
            <a:ext cx="128636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064" y="1562696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8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CEEE594-F103-9CFE-BA58-9CE4B2FD3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943055"/>
              </p:ext>
            </p:extLst>
          </p:nvPr>
        </p:nvGraphicFramePr>
        <p:xfrm>
          <a:off x="4993286" y="2990818"/>
          <a:ext cx="3146755" cy="2913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6218" y="609600"/>
            <a:ext cx="4362271" cy="1330839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 dirty="0"/>
              <a:t>1. Introduction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5226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314" y="6027658"/>
            <a:ext cx="5929686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CCBA1-E803-622D-AE29-80BDEA41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49" r="2" b="2"/>
          <a:stretch>
            <a:fillRect/>
          </a:stretch>
        </p:blipFill>
        <p:spPr>
          <a:xfrm>
            <a:off x="542924" y="1627076"/>
            <a:ext cx="3021806" cy="4029064"/>
          </a:xfrm>
          <a:prstGeom prst="rect">
            <a:avLst/>
          </a:pr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322EB1F-A53C-3DB1-C27C-8A2F0B13D1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591420"/>
              </p:ext>
            </p:extLst>
          </p:nvPr>
        </p:nvGraphicFramePr>
        <p:xfrm>
          <a:off x="4036218" y="2194101"/>
          <a:ext cx="4362272" cy="390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5255" y="999914"/>
            <a:ext cx="41688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8B0000"/>
                </a:solidFill>
              </a:defRPr>
            </a:pP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L'Équipe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Freeform: Shape 21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96595" y="2911241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8B0000"/>
                </a:solidFill>
              </a:defRPr>
            </a:pPr>
            <a:r>
              <a:rPr lang="en-US" dirty="0"/>
              <a:t>Lead Backend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r>
              <a:rPr lang="en-US" dirty="0"/>
              <a:t>George Gvishiani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8B0000"/>
                </a:solidFill>
              </a:defRPr>
            </a:pPr>
            <a:r>
              <a:rPr lang="en-US" dirty="0"/>
              <a:t>Lead Frontend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r>
              <a:rPr lang="en-US" dirty="0"/>
              <a:t>Vanisha Bhujun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208020" y="1708545"/>
            <a:ext cx="3840480" cy="1682512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rPr lang="en-US" dirty="0"/>
              <a:t>Frontend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rPr lang="en-US" dirty="0"/>
              <a:t>Anna Buffo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rPr lang="en-US" dirty="0"/>
              <a:t>Frontend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rPr lang="en-US" dirty="0"/>
              <a:t>Luigy Martial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/>
              <a:t>2. Cahier des Charges - Vision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 tIns="91440" bIns="91440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/>
              <a:t>		Vision du </a:t>
            </a:r>
            <a:r>
              <a:rPr lang="en-US" err="1"/>
              <a:t>Projet</a:t>
            </a: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err="1"/>
              <a:t>Créer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plateforme</a:t>
            </a:r>
            <a:r>
              <a:rPr lang="en-US"/>
              <a:t> </a:t>
            </a:r>
            <a:r>
              <a:rPr lang="en-US" err="1"/>
              <a:t>complète</a:t>
            </a:r>
            <a:r>
              <a:rPr lang="en-US"/>
              <a:t> </a:t>
            </a:r>
            <a:r>
              <a:rPr lang="en-US" err="1"/>
              <a:t>permettant</a:t>
            </a:r>
            <a:r>
              <a:rPr lang="en-US"/>
              <a:t> de 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err="1"/>
              <a:t>Découvrir</a:t>
            </a:r>
            <a:r>
              <a:rPr lang="en-US"/>
              <a:t> des </a:t>
            </a:r>
            <a:r>
              <a:rPr lang="en-US" err="1"/>
              <a:t>recettes</a:t>
            </a:r>
            <a:r>
              <a:rPr lang="en-US"/>
              <a:t> </a:t>
            </a:r>
            <a:r>
              <a:rPr lang="en-US" err="1"/>
              <a:t>inspirées</a:t>
            </a:r>
            <a:r>
              <a:rPr lang="en-US"/>
              <a:t> du cinéma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/>
              <a:t>Explorer le catalogue par film </a:t>
            </a:r>
            <a:r>
              <a:rPr lang="en-US" err="1"/>
              <a:t>ou</a:t>
            </a:r>
            <a:r>
              <a:rPr lang="en-US"/>
              <a:t> par </a:t>
            </a:r>
            <a:r>
              <a:rPr lang="en-US" err="1"/>
              <a:t>recette</a:t>
            </a: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err="1"/>
              <a:t>Suivre</a:t>
            </a:r>
            <a:r>
              <a:rPr lang="en-US"/>
              <a:t> des instructions </a:t>
            </a:r>
            <a:r>
              <a:rPr lang="en-US" err="1"/>
              <a:t>détaillées</a:t>
            </a:r>
            <a:r>
              <a:rPr lang="en-US"/>
              <a:t> étape par étape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err="1"/>
              <a:t>Partager</a:t>
            </a:r>
            <a:r>
              <a:rPr lang="en-US"/>
              <a:t> </a:t>
            </a:r>
            <a:r>
              <a:rPr lang="en-US" err="1"/>
              <a:t>ses</a:t>
            </a:r>
            <a:r>
              <a:rPr lang="en-US"/>
              <a:t> </a:t>
            </a:r>
            <a:r>
              <a:rPr lang="en-US" err="1"/>
              <a:t>créations</a:t>
            </a:r>
            <a:r>
              <a:rPr lang="en-US"/>
              <a:t> </a:t>
            </a:r>
            <a:r>
              <a:rPr lang="en-US" err="1"/>
              <a:t>culinaires</a:t>
            </a: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err="1"/>
              <a:t>Gérer</a:t>
            </a:r>
            <a:r>
              <a:rPr lang="en-US"/>
              <a:t> un </a:t>
            </a:r>
            <a:r>
              <a:rPr lang="en-US" err="1"/>
              <a:t>espace</a:t>
            </a:r>
            <a:r>
              <a:rPr lang="en-US"/>
              <a:t> personnel (</a:t>
            </a:r>
            <a:r>
              <a:rPr lang="en-US" err="1"/>
              <a:t>favoris</a:t>
            </a:r>
            <a:r>
              <a:rPr lang="en-US"/>
              <a:t>, </a:t>
            </a:r>
            <a:r>
              <a:rPr lang="en-US" err="1"/>
              <a:t>profil</a:t>
            </a:r>
            <a:r>
              <a:rPr lang="en-US"/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b="1"/>
              <a:t>		</a:t>
            </a:r>
            <a:r>
              <a:rPr lang="en-US" b="1" err="1"/>
              <a:t>Approche</a:t>
            </a:r>
            <a:r>
              <a:rPr lang="en-US" b="1"/>
              <a:t> MVP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Focus sur les </a:t>
            </a:r>
            <a:r>
              <a:rPr lang="en-US" err="1"/>
              <a:t>fonctionnalités</a:t>
            </a:r>
            <a:r>
              <a:rPr lang="en-US"/>
              <a:t> </a:t>
            </a:r>
            <a:r>
              <a:rPr lang="en-US" err="1"/>
              <a:t>essentielles</a:t>
            </a:r>
            <a:r>
              <a:rPr lang="en-US"/>
              <a:t> pour </a:t>
            </a:r>
            <a:r>
              <a:rPr lang="en-US" err="1"/>
              <a:t>valider</a:t>
            </a:r>
            <a:r>
              <a:rPr lang="en-US"/>
              <a:t> le concept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Block Arc 50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100">
                <a:solidFill>
                  <a:srgbClr val="FFFFFF"/>
                </a:solidFill>
              </a:rPr>
              <a:t>2.1 Fonctionnalités MVP</a:t>
            </a:r>
          </a:p>
        </p:txBody>
      </p:sp>
      <p:sp>
        <p:nvSpPr>
          <p:cNvPr id="29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tIns="91440" bIns="9144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Fonctionnalités Principales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🔐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Authentification sécurisée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Inscription/Connexion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Gestion de profil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📖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Catalogue de recettes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Recherche et filtres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Navigation par film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📄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Fiches recettes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Ingrédients complets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Instructions détaillées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⚙️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Back-office Admin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Gestion du contenu</a:t>
            </a:r>
          </a:p>
        </p:txBody>
      </p:sp>
      <p:sp>
        <p:nvSpPr>
          <p:cNvPr id="3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2.2 Public Cible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tIns="91440" bIns="9144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 err="1"/>
              <a:t>Profil</a:t>
            </a:r>
            <a:r>
              <a:rPr dirty="0"/>
              <a:t> des </a:t>
            </a:r>
            <a:r>
              <a:rPr dirty="0" err="1"/>
              <a:t>Utilisateurs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/>
              <a:t>Amateurs de pop-culture (16-50+ </a:t>
            </a:r>
            <a:r>
              <a:rPr b="1" dirty="0" err="1"/>
              <a:t>ans</a:t>
            </a:r>
            <a:r>
              <a:rPr b="1" dirty="0"/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Cinéphiles</a:t>
            </a:r>
            <a:r>
              <a:rPr dirty="0"/>
              <a:t> </a:t>
            </a:r>
            <a:r>
              <a:rPr dirty="0" err="1"/>
              <a:t>passionnés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Fans de </a:t>
            </a:r>
            <a:r>
              <a:rPr dirty="0" err="1"/>
              <a:t>séries</a:t>
            </a:r>
            <a:r>
              <a:rPr dirty="0"/>
              <a:t> TV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 err="1"/>
              <a:t>Cuisiniers</a:t>
            </a:r>
            <a:r>
              <a:rPr b="1" dirty="0"/>
              <a:t> amateurs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Débutants</a:t>
            </a:r>
            <a:r>
              <a:rPr dirty="0"/>
              <a:t> </a:t>
            </a:r>
            <a:r>
              <a:rPr dirty="0" err="1"/>
              <a:t>cherchant</a:t>
            </a:r>
            <a:r>
              <a:rPr dirty="0"/>
              <a:t> des </a:t>
            </a:r>
            <a:r>
              <a:rPr dirty="0" err="1"/>
              <a:t>recettes</a:t>
            </a:r>
            <a:r>
              <a:rPr dirty="0"/>
              <a:t> </a:t>
            </a:r>
            <a:r>
              <a:rPr dirty="0" err="1"/>
              <a:t>guidées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Expérimentés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quête</a:t>
            </a:r>
            <a:r>
              <a:rPr dirty="0"/>
              <a:t> </a:t>
            </a:r>
            <a:r>
              <a:rPr dirty="0" err="1"/>
              <a:t>d'inspiration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 err="1"/>
              <a:t>Communautés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ligne</a:t>
            </a:r>
            <a:endParaRPr b="1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Partage sur réseaux </a:t>
            </a:r>
            <a:r>
              <a:rPr dirty="0" err="1"/>
              <a:t>sociaux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Création</a:t>
            </a:r>
            <a:r>
              <a:rPr dirty="0"/>
              <a:t> de </a:t>
            </a:r>
            <a:r>
              <a:rPr dirty="0" err="1"/>
              <a:t>contenu</a:t>
            </a:r>
            <a:r>
              <a:rPr dirty="0"/>
              <a:t> </a:t>
            </a:r>
            <a:r>
              <a:rPr dirty="0" err="1"/>
              <a:t>culinaire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/>
              <a:t>3. Architecture &amp; Arborescence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3150158" cy="5630898"/>
          </a:xfrm>
        </p:spPr>
        <p:txBody>
          <a:bodyPr wrap="square" tIns="91440" bIns="91440" anchor="t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/>
              <a:t>Structure du Site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Navigation intuitive organisée en 4 sections principales 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/>
              <a:t>Accueil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Point d'entrée central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Mise en avant des recettes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endParaRPr lang="en-US" b="1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/>
              <a:t>Catalogue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Double entrée : Recettes / Films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Filtres et recherche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/>
              <a:t>Espace Membre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Profil utilisateur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Favoris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/>
              <a:t>   Ajout de recettes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endParaRPr lang="en-US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/>
              <a:t>Administration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/>
              <a:t>Gestion globale du contenu</a:t>
            </a:r>
            <a:endParaRPr lang="en-US" dirty="0"/>
          </a:p>
        </p:txBody>
      </p:sp>
      <p:pic>
        <p:nvPicPr>
          <p:cNvPr id="4" name="Picture 3" descr="arbor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133" y="4220307"/>
            <a:ext cx="5356836" cy="2363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4. Wireframes &amp; Navigation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tIns="91440" bIns="9144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/>
              <a:t>Phase de Wireframing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 err="1"/>
              <a:t>Objectifs</a:t>
            </a:r>
            <a:r>
              <a:rPr dirty="0"/>
              <a:t> 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 err="1"/>
              <a:t>Définir</a:t>
            </a:r>
            <a:r>
              <a:rPr dirty="0"/>
              <a:t> la structure de </a:t>
            </a:r>
            <a:r>
              <a:rPr dirty="0" err="1"/>
              <a:t>chaque</a:t>
            </a:r>
            <a:r>
              <a:rPr dirty="0"/>
              <a:t> page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 err="1"/>
              <a:t>Optimiser</a:t>
            </a:r>
            <a:r>
              <a:rPr dirty="0"/>
              <a:t> </a:t>
            </a:r>
            <a:r>
              <a:rPr dirty="0" err="1"/>
              <a:t>l'expérience</a:t>
            </a:r>
            <a:r>
              <a:rPr dirty="0"/>
              <a:t> </a:t>
            </a:r>
            <a:r>
              <a:rPr dirty="0" err="1"/>
              <a:t>utilisateur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 err="1"/>
              <a:t>Valider</a:t>
            </a:r>
            <a:r>
              <a:rPr dirty="0"/>
              <a:t> les </a:t>
            </a:r>
            <a:r>
              <a:rPr dirty="0" err="1"/>
              <a:t>parcours</a:t>
            </a:r>
            <a:r>
              <a:rPr dirty="0"/>
              <a:t> de navigation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/>
              <a:t>Pages </a:t>
            </a:r>
            <a:r>
              <a:rPr dirty="0" err="1"/>
              <a:t>Wireframées</a:t>
            </a:r>
            <a:r>
              <a:rPr dirty="0"/>
              <a:t> 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Page </a:t>
            </a:r>
            <a:r>
              <a:rPr dirty="0" err="1"/>
              <a:t>d'accueil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Catalogue </a:t>
            </a:r>
            <a:r>
              <a:rPr dirty="0" err="1"/>
              <a:t>recettes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Fiche </a:t>
            </a:r>
            <a:r>
              <a:rPr dirty="0" err="1"/>
              <a:t>recette</a:t>
            </a:r>
            <a:r>
              <a:rPr dirty="0"/>
              <a:t> </a:t>
            </a:r>
            <a:r>
              <a:rPr dirty="0" err="1"/>
              <a:t>détaillée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Page de </a:t>
            </a:r>
            <a:r>
              <a:rPr dirty="0" err="1"/>
              <a:t>connexion</a:t>
            </a:r>
            <a:r>
              <a:rPr dirty="0"/>
              <a:t>/inscription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Espace </a:t>
            </a:r>
            <a:r>
              <a:rPr dirty="0" err="1"/>
              <a:t>membre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Back-office admin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*(Voir les wireframes </a:t>
            </a:r>
            <a:r>
              <a:rPr dirty="0" err="1"/>
              <a:t>détaillés</a:t>
            </a:r>
            <a:r>
              <a:rPr dirty="0"/>
              <a:t> dans le dossier 03)*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4900">
                <a:solidFill>
                  <a:srgbClr val="FFFFFF"/>
                </a:solidFill>
              </a:rPr>
              <a:t>5. Design System - Identité Visuelle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tIns="91440" bIns="9144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Palette de Couleurs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Ambiance "Salle Obscure" élégante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Or Cinéma (#D4AF37)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Titres et éléments premium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Mise en valeur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Rouge Tapis (#8B0000)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Accents et call-to-action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Éléments importants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Noir Profond (#1A1A1A)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Fond principal (mode sombre)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Contraste optimal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Philosophie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  Élégance cinématographique moderne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5.1 Design System - Typographie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tIns="91440" bIns="91440"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Choix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Typographiques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b="1" dirty="0" err="1">
                <a:solidFill>
                  <a:schemeClr val="tx1">
                    <a:alpha val="80000"/>
                  </a:schemeClr>
                </a:solidFill>
              </a:rPr>
              <a:t>Bebas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 Neue (</a:t>
            </a:r>
            <a:r>
              <a:rPr lang="en-US" sz="1700" b="1" dirty="0" err="1">
                <a:solidFill>
                  <a:schemeClr val="tx1">
                    <a:alpha val="80000"/>
                  </a:schemeClr>
                </a:solidFill>
              </a:rPr>
              <a:t>Titres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Impact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visuel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fort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Évoque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les affiches de cinéma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Caractères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majuscules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Montserrat (Corps de </a:t>
            </a:r>
            <a:r>
              <a:rPr lang="en-US" sz="1700" b="1" dirty="0" err="1">
                <a:solidFill>
                  <a:schemeClr val="tx1">
                    <a:alpha val="80000"/>
                  </a:schemeClr>
                </a:solidFill>
              </a:rPr>
              <a:t>texte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Excellente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lisibilité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Style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moderne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et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épuré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  Parfaite pour le web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Hiérarchie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	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Titres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H1 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Bebas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Neue, 48-54pt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	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Titres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H2 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Bebas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Neue, 36-42pt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	Corps : Montserrat, 16-18pt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rcRect l="32777" r="14205"/>
          <a:stretch>
            <a:fillRect/>
          </a:stretch>
        </p:blipFill>
        <p:spPr>
          <a:xfrm>
            <a:off x="2479889" y="1587"/>
            <a:ext cx="3635161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485775"/>
            <a:ext cx="2119129" cy="5719762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100"/>
              <a:t>6. Maquettes - Page d'Accueil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881" y="485774"/>
            <a:ext cx="2572169" cy="5719763"/>
          </a:xfrm>
        </p:spPr>
        <p:txBody>
          <a:bodyPr tIns="91440" bIns="9144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/>
              <a:t>Design de la Page </a:t>
            </a:r>
            <a:r>
              <a:rPr lang="en-US" sz="1600" dirty="0" err="1"/>
              <a:t>d'Accueil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 err="1"/>
              <a:t>Caractéristiques</a:t>
            </a:r>
            <a:r>
              <a:rPr lang="en-US" sz="1600" dirty="0"/>
              <a:t>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Immersion </a:t>
            </a:r>
            <a:r>
              <a:rPr lang="en-US" sz="1600" dirty="0" err="1"/>
              <a:t>immédiate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 err="1"/>
              <a:t>Visuels</a:t>
            </a:r>
            <a:r>
              <a:rPr lang="en-US" sz="1600" dirty="0"/>
              <a:t> style "Affiche de film"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Mise </a:t>
            </a:r>
            <a:r>
              <a:rPr lang="en-US" sz="1600" dirty="0" err="1"/>
              <a:t>en</a:t>
            </a:r>
            <a:r>
              <a:rPr lang="en-US" sz="1600" dirty="0"/>
              <a:t> avant des </a:t>
            </a:r>
            <a:r>
              <a:rPr lang="en-US" sz="1600" dirty="0" err="1"/>
              <a:t>recettes</a:t>
            </a:r>
            <a:r>
              <a:rPr lang="en-US" sz="1600" dirty="0"/>
              <a:t> </a:t>
            </a:r>
            <a:r>
              <a:rPr lang="en-US" sz="1600" dirty="0" err="1"/>
              <a:t>populaires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Navigation intuitive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Mode </a:t>
            </a:r>
            <a:r>
              <a:rPr lang="en-US" sz="1600" dirty="0" err="1"/>
              <a:t>sombre</a:t>
            </a:r>
            <a:r>
              <a:rPr lang="en-US" sz="1600" dirty="0"/>
              <a:t> pour </a:t>
            </a:r>
            <a:r>
              <a:rPr lang="en-US" sz="1600" dirty="0" err="1"/>
              <a:t>l'ambiance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 err="1"/>
              <a:t>Éléments</a:t>
            </a:r>
            <a:r>
              <a:rPr lang="en-US" sz="1600" dirty="0"/>
              <a:t> </a:t>
            </a:r>
            <a:r>
              <a:rPr lang="en-US" sz="1600" dirty="0" err="1"/>
              <a:t>clés</a:t>
            </a:r>
            <a:r>
              <a:rPr lang="en-US" sz="1600" dirty="0"/>
              <a:t>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Hero section </a:t>
            </a:r>
            <a:r>
              <a:rPr lang="en-US" sz="1600" dirty="0" err="1"/>
              <a:t>impactante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Grille de </a:t>
            </a:r>
            <a:r>
              <a:rPr lang="en-US" sz="1600" dirty="0" err="1"/>
              <a:t>recettes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vedette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Call-to-action </a:t>
            </a:r>
            <a:r>
              <a:rPr lang="en-US" sz="1600" dirty="0" err="1"/>
              <a:t>clairs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Footer </a:t>
            </a:r>
            <a:r>
              <a:rPr lang="en-US" sz="1600" dirty="0" err="1"/>
              <a:t>informatif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defRPr sz="3200" b="1">
                <a:solidFill>
                  <a:srgbClr val="8B0000"/>
                </a:solidFill>
              </a:defRPr>
            </a:pPr>
            <a:r>
              <a:rPr lang="en-US" sz="4200"/>
              <a:t>6.1 Maquettes - Fiche Recette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ecipe.png"/>
          <p:cNvPicPr>
            <a:picLocks noChangeAspect="1"/>
          </p:cNvPicPr>
          <p:nvPr/>
        </p:nvPicPr>
        <p:blipFill>
          <a:blip r:embed="rId2"/>
          <a:srcRect l="17239" r="7758" b="-3"/>
          <a:stretch>
            <a:fillRect/>
          </a:stretch>
        </p:blipFill>
        <p:spPr>
          <a:xfrm>
            <a:off x="379063" y="554151"/>
            <a:ext cx="4306642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17" y="703679"/>
            <a:ext cx="128636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064" y="1562696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3286" y="2990818"/>
            <a:ext cx="3146755" cy="2913872"/>
          </a:xfrm>
        </p:spPr>
        <p:txBody>
          <a:bodyPr tIns="91440" bIns="9144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Page Détail Recette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endParaRPr lang="en-US" sz="9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Structure 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Image principale du plat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Informations du film source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Bloc ingrédients clair et lisible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Instructions étape par étape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Section commentaires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Actions (favoris, partage)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endParaRPr lang="en-US" sz="9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Focus UX 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Mise en page éditoriale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Lisibilité optimale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Expérience immersive</a:t>
            </a:r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7. Base de Données - Vue d'ensemble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tIns="91440" bIns="9144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dirty="0" err="1"/>
              <a:t>Modélisation</a:t>
            </a:r>
            <a:r>
              <a:rPr lang="en-US" dirty="0"/>
              <a:t> des Données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b="1" dirty="0" err="1"/>
              <a:t>Méthodologie</a:t>
            </a:r>
            <a:r>
              <a:rPr lang="en-US" b="1" dirty="0"/>
              <a:t> : </a:t>
            </a:r>
            <a:r>
              <a:rPr lang="en-US" b="1" dirty="0" err="1"/>
              <a:t>Merise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dirty="0"/>
              <a:t>4 </a:t>
            </a:r>
            <a:r>
              <a:rPr lang="en-US" dirty="0" err="1"/>
              <a:t>Entités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 (MVP)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 dirty="0"/>
              <a:t>UTILISATEUR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Gestion des </a:t>
            </a:r>
            <a:r>
              <a:rPr lang="en-US" dirty="0" err="1"/>
              <a:t>comptes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Système de </a:t>
            </a:r>
            <a:r>
              <a:rPr lang="en-US" dirty="0" err="1"/>
              <a:t>rôles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Profils</a:t>
            </a:r>
            <a:r>
              <a:rPr lang="en-US" dirty="0"/>
              <a:t> </a:t>
            </a:r>
            <a:r>
              <a:rPr lang="en-US" dirty="0" err="1"/>
              <a:t>personnalisés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 dirty="0"/>
              <a:t>RECETTE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Cœur</a:t>
            </a:r>
            <a:r>
              <a:rPr lang="en-US" dirty="0"/>
              <a:t> du </a:t>
            </a:r>
            <a:r>
              <a:rPr lang="en-US" dirty="0" err="1"/>
              <a:t>système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Contenu</a:t>
            </a:r>
            <a:r>
              <a:rPr lang="en-US" dirty="0"/>
              <a:t> </a:t>
            </a:r>
            <a:r>
              <a:rPr lang="en-US" dirty="0" err="1"/>
              <a:t>détaillé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 dirty="0"/>
              <a:t>FILM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Œuvre</a:t>
            </a:r>
            <a:r>
              <a:rPr lang="en-US" dirty="0"/>
              <a:t> source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Métadonnées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b="1" dirty="0"/>
              <a:t>CATEGORIE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lang="en-US" dirty="0"/>
              <a:t>   Classification des </a:t>
            </a:r>
            <a:r>
              <a:rPr lang="en-US" dirty="0" err="1"/>
              <a:t>recettes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08" y="5014525"/>
            <a:ext cx="3429000" cy="1401183"/>
          </a:xfrm>
        </p:spPr>
        <p:txBody>
          <a:bodyPr anchor="t"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2800"/>
              <a:t>7.1 Base de Données - Modèle Conceptuel</a:t>
            </a:r>
          </a:p>
        </p:txBody>
      </p:sp>
      <p:pic>
        <p:nvPicPr>
          <p:cNvPr id="4" name="Picture 3" descr="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38136"/>
            <a:ext cx="3419061" cy="221071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242" y="474740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8712" y="838200"/>
            <a:ext cx="3406638" cy="5315911"/>
          </a:xfrm>
        </p:spPr>
        <p:txBody>
          <a:bodyPr tIns="91440" bIns="9144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 err="1"/>
              <a:t>Modèle</a:t>
            </a:r>
            <a:r>
              <a:rPr lang="en-US" sz="1600" dirty="0"/>
              <a:t> </a:t>
            </a:r>
            <a:r>
              <a:rPr lang="en-US" sz="1600" dirty="0" err="1"/>
              <a:t>Conceptuel</a:t>
            </a:r>
            <a:r>
              <a:rPr lang="en-US" sz="1600" dirty="0"/>
              <a:t> de Données (MCD)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/>
              <a:t>Relations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UTILISATEUR ↔ RECETTE (</a:t>
            </a:r>
            <a:r>
              <a:rPr lang="en-US" sz="1600" dirty="0" err="1"/>
              <a:t>création</a:t>
            </a:r>
            <a:r>
              <a:rPr lang="en-US" sz="1600" dirty="0"/>
              <a:t>, </a:t>
            </a:r>
            <a:r>
              <a:rPr lang="en-US" sz="1600" dirty="0" err="1"/>
              <a:t>favoris</a:t>
            </a:r>
            <a:r>
              <a:rPr lang="en-US" sz="1600" dirty="0"/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RECETTE ↔ FILM (association)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RECETTE ↔ CATEGORIE (classification)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 err="1"/>
              <a:t>Contraintes</a:t>
            </a:r>
            <a:r>
              <a:rPr lang="en-US" sz="1600" dirty="0"/>
              <a:t>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 err="1"/>
              <a:t>Intégrité</a:t>
            </a:r>
            <a:r>
              <a:rPr lang="en-US" sz="1600" dirty="0"/>
              <a:t> </a:t>
            </a:r>
            <a:r>
              <a:rPr lang="en-US" sz="1600" dirty="0" err="1"/>
              <a:t>référentielle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Relations </a:t>
            </a:r>
            <a:r>
              <a:rPr lang="en-US" sz="1600" dirty="0" err="1"/>
              <a:t>optimisées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 err="1"/>
              <a:t>Évolutivité</a:t>
            </a:r>
            <a:r>
              <a:rPr lang="en-US" sz="1600" dirty="0"/>
              <a:t> </a:t>
            </a:r>
            <a:r>
              <a:rPr lang="en-US" sz="1600" dirty="0" err="1"/>
              <a:t>garantie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lang="en-US" sz="1600" dirty="0" err="1"/>
              <a:t>Avantages</a:t>
            </a:r>
            <a:r>
              <a:rPr lang="en-US" sz="1600" dirty="0"/>
              <a:t>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Structure </a:t>
            </a:r>
            <a:r>
              <a:rPr lang="en-US" sz="1600" dirty="0" err="1"/>
              <a:t>claire</a:t>
            </a:r>
            <a:r>
              <a:rPr lang="en-US" sz="1600" dirty="0"/>
              <a:t> et </a:t>
            </a:r>
            <a:r>
              <a:rPr lang="en-US" sz="1600" dirty="0" err="1"/>
              <a:t>normalisée</a:t>
            </a:r>
            <a:endParaRPr lang="en-US" sz="16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 err="1"/>
              <a:t>Facilité</a:t>
            </a:r>
            <a:r>
              <a:rPr lang="en-US" sz="1600" dirty="0"/>
              <a:t> de maintenance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lang="en-US" sz="1600" dirty="0"/>
              <a:t>Performance </a:t>
            </a:r>
            <a:r>
              <a:rPr lang="en-US" sz="1600" dirty="0" err="1"/>
              <a:t>optimale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7.2 Base de Données - Modèle Physique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1846" y="591343"/>
            <a:ext cx="5179868" cy="5585619"/>
          </a:xfrm>
        </p:spPr>
        <p:txBody>
          <a:bodyPr tIns="91440" bIns="91440" anchor="ctr">
            <a:normAutofit/>
          </a:bodyPr>
          <a:lstStyle/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b="1" dirty="0" err="1">
                <a:effectLst/>
                <a:latin typeface="Calibri" panose="020F0502020204030204" pitchFamily="34" charset="0"/>
              </a:rPr>
              <a:t>Modèle</a:t>
            </a:r>
            <a:r>
              <a:rPr lang="en-US" sz="1500" b="1" dirty="0">
                <a:effectLst/>
                <a:latin typeface="Calibri" panose="020F0502020204030204" pitchFamily="34" charset="0"/>
              </a:rPr>
              <a:t> Physique de Données (MPD)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b="1" dirty="0">
                <a:effectLst/>
                <a:latin typeface="Calibri" panose="020F0502020204030204" pitchFamily="34" charset="0"/>
              </a:rPr>
              <a:t>SGBD </a:t>
            </a:r>
            <a:r>
              <a:rPr lang="en-US" sz="1500" b="1" dirty="0" err="1">
                <a:effectLst/>
                <a:latin typeface="Calibri" panose="020F0502020204030204" pitchFamily="34" charset="0"/>
              </a:rPr>
              <a:t>Choisi</a:t>
            </a:r>
            <a:r>
              <a:rPr lang="en-US" sz="1500" b="1" dirty="0">
                <a:effectLst/>
                <a:latin typeface="Calibri" panose="020F0502020204030204" pitchFamily="34" charset="0"/>
              </a:rPr>
              <a:t> : PostgreSQL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b="1" dirty="0" err="1">
                <a:effectLst/>
                <a:latin typeface="Calibri" panose="020F0502020204030204" pitchFamily="34" charset="0"/>
              </a:rPr>
              <a:t>Avantages</a:t>
            </a:r>
            <a:r>
              <a:rPr lang="en-US" sz="1500" b="1" dirty="0">
                <a:effectLst/>
                <a:latin typeface="Calibri" panose="020F0502020204030204" pitchFamily="34" charset="0"/>
              </a:rPr>
              <a:t> :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 err="1">
                <a:effectLst/>
                <a:latin typeface="Calibri" panose="020F0502020204030204" pitchFamily="34" charset="0"/>
              </a:rPr>
              <a:t>Sécurité</a:t>
            </a:r>
            <a:r>
              <a:rPr lang="en-US" sz="1500" dirty="0">
                <a:effectLst/>
                <a:latin typeface="Calibri" panose="020F0502020204030204" pitchFamily="34" charset="0"/>
              </a:rPr>
              <a:t> des données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renforcée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 err="1">
                <a:effectLst/>
                <a:latin typeface="Calibri" panose="020F0502020204030204" pitchFamily="34" charset="0"/>
              </a:rPr>
              <a:t>Clés</a:t>
            </a:r>
            <a:r>
              <a:rPr lang="en-US" sz="1500" dirty="0">
                <a:effectLst/>
                <a:latin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étrangères</a:t>
            </a:r>
            <a:r>
              <a:rPr lang="en-US" sz="1500" dirty="0">
                <a:effectLst/>
                <a:latin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strictes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Performance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optimisée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Index sur les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recherches</a:t>
            </a:r>
            <a:r>
              <a:rPr lang="en-US" sz="1500" dirty="0">
                <a:effectLst/>
                <a:latin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fréquentes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br>
              <a:rPr lang="en-US" sz="1500" dirty="0">
                <a:effectLst/>
                <a:latin typeface="Calibri" panose="020F0502020204030204" pitchFamily="34" charset="0"/>
              </a:rPr>
            </a:b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b="1" dirty="0">
                <a:effectLst/>
                <a:latin typeface="Calibri" panose="020F0502020204030204" pitchFamily="34" charset="0"/>
              </a:rPr>
              <a:t>Types de données :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Types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adaptés</a:t>
            </a:r>
            <a:r>
              <a:rPr lang="en-US" sz="1500" dirty="0">
                <a:effectLst/>
                <a:latin typeface="Calibri" panose="020F0502020204030204" pitchFamily="34" charset="0"/>
              </a:rPr>
              <a:t> à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chaque</a:t>
            </a:r>
            <a:r>
              <a:rPr lang="en-US" sz="1500" dirty="0">
                <a:effectLst/>
                <a:latin typeface="Calibri" panose="020F0502020204030204" pitchFamily="34" charset="0"/>
              </a:rPr>
              <a:t> champ</a:t>
            </a: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 err="1">
                <a:effectLst/>
                <a:latin typeface="Calibri" panose="020F0502020204030204" pitchFamily="34" charset="0"/>
              </a:rPr>
              <a:t>Contraintes</a:t>
            </a:r>
            <a:r>
              <a:rPr lang="en-US" sz="1500" dirty="0">
                <a:effectLst/>
                <a:latin typeface="Calibri" panose="020F0502020204030204" pitchFamily="34" charset="0"/>
              </a:rPr>
              <a:t> de validation</a:t>
            </a: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Gestion des dates et timestamps</a:t>
            </a: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b="1" dirty="0" err="1">
                <a:effectLst/>
                <a:latin typeface="Calibri" panose="020F0502020204030204" pitchFamily="34" charset="0"/>
              </a:rPr>
              <a:t>Optimisations</a:t>
            </a:r>
            <a:r>
              <a:rPr lang="en-US" sz="1500" b="1" dirty="0">
                <a:effectLst/>
                <a:latin typeface="Calibri" panose="020F0502020204030204" pitchFamily="34" charset="0"/>
              </a:rPr>
              <a:t> :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Index sur les champs de recherche</a:t>
            </a: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Relations bien </a:t>
            </a:r>
            <a:r>
              <a:rPr lang="en-US" sz="1500" dirty="0" err="1">
                <a:effectLst/>
                <a:latin typeface="Calibri" panose="020F0502020204030204" pitchFamily="34" charset="0"/>
              </a:rPr>
              <a:t>définies</a:t>
            </a:r>
            <a:endParaRPr lang="en-US" sz="1500" dirty="0">
              <a:effectLst/>
              <a:latin typeface="Calibri" panose="020F0502020204030204" pitchFamily="34" charset="0"/>
            </a:endParaRPr>
          </a:p>
          <a:p>
            <a:pPr marL="0" indent="0" rtl="0" eaLnBrk="1" latinLnBrk="0" hangingPunct="1">
              <a:lnSpc>
                <a:spcPct val="90000"/>
              </a:lnSpc>
              <a:spcBef>
                <a:spcPts val="384"/>
              </a:spcBef>
              <a:spcAft>
                <a:spcPts val="400"/>
              </a:spcAft>
              <a:buNone/>
            </a:pPr>
            <a:r>
              <a:rPr lang="en-US" sz="1500" dirty="0">
                <a:effectLst/>
                <a:latin typeface="Calibri" panose="020F0502020204030204" pitchFamily="34" charset="0"/>
              </a:rPr>
              <a:t>Prêt pour la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dirty="0"/>
              <a:t>8. Bilan Sprint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wrap="square" tIns="91440" bIns="91440" anchor="t"/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b="1" dirty="0" err="1"/>
              <a:t>Livrables</a:t>
            </a:r>
            <a:r>
              <a:rPr b="1" dirty="0"/>
              <a:t> </a:t>
            </a:r>
            <a:r>
              <a:rPr b="1" dirty="0" err="1"/>
              <a:t>Complétés</a:t>
            </a:r>
            <a:r>
              <a:rPr b="1" dirty="0"/>
              <a:t> </a:t>
            </a:r>
            <a:r>
              <a:rPr dirty="0"/>
              <a:t>✅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Cahier des charges</a:t>
            </a:r>
            <a:r>
              <a:rPr dirty="0"/>
              <a:t> </a:t>
            </a:r>
            <a:r>
              <a:rPr lang="en-US" dirty="0" err="1"/>
              <a:t>finalisés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Design System</a:t>
            </a:r>
            <a:r>
              <a:rPr dirty="0"/>
              <a:t> </a:t>
            </a:r>
            <a:r>
              <a:rPr dirty="0" err="1"/>
              <a:t>défini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Charte</a:t>
            </a:r>
            <a:r>
              <a:rPr dirty="0"/>
              <a:t> </a:t>
            </a:r>
            <a:r>
              <a:rPr dirty="0" err="1"/>
              <a:t>graphique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Couleurs &amp; </a:t>
            </a:r>
            <a:r>
              <a:rPr dirty="0" err="1"/>
              <a:t>Typographie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Architecture BDD</a:t>
            </a:r>
            <a:r>
              <a:rPr dirty="0"/>
              <a:t> </a:t>
            </a:r>
            <a:r>
              <a:rPr dirty="0" err="1"/>
              <a:t>prête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   MCD &amp; MPD </a:t>
            </a:r>
            <a:r>
              <a:rPr lang="en-US" dirty="0" err="1"/>
              <a:t>finalisés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Maquettes</a:t>
            </a:r>
            <a:r>
              <a:rPr dirty="0"/>
              <a:t> </a:t>
            </a:r>
            <a:r>
              <a:rPr dirty="0" err="1"/>
              <a:t>finalisées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Wireframes</a:t>
            </a:r>
            <a:r>
              <a:rPr dirty="0"/>
              <a:t> </a:t>
            </a:r>
            <a:r>
              <a:rPr lang="en-US" dirty="0" err="1"/>
              <a:t>finalis</a:t>
            </a:r>
            <a:r>
              <a:rPr dirty="0" err="1"/>
              <a:t>és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dirty="0"/>
              <a:t>✅ </a:t>
            </a:r>
            <a:r>
              <a:rPr b="1" dirty="0"/>
              <a:t>Arborescence</a:t>
            </a:r>
            <a:r>
              <a:rPr dirty="0"/>
              <a:t> </a:t>
            </a:r>
            <a:r>
              <a:rPr lang="en-US" dirty="0" err="1"/>
              <a:t>finalisées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/>
              <a:t>Tous les </a:t>
            </a:r>
            <a:r>
              <a:rPr dirty="0" err="1"/>
              <a:t>éléments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prêts</a:t>
            </a:r>
            <a:r>
              <a:rPr dirty="0"/>
              <a:t> 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8.1 Prochaines Étapes - Sprint 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9147" y="470763"/>
            <a:ext cx="5179868" cy="5585619"/>
          </a:xfrm>
        </p:spPr>
        <p:txBody>
          <a:bodyPr tIns="91440" bIns="9144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b="1" dirty="0"/>
              <a:t>Cap sur le Sprint 1</a:t>
            </a:r>
            <a:r>
              <a:rPr dirty="0"/>
              <a:t> 🚀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 err="1"/>
              <a:t>Objectifs</a:t>
            </a:r>
            <a:r>
              <a:rPr dirty="0"/>
              <a:t> Techniques :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 err="1"/>
              <a:t>Initialisation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Dépôt</a:t>
            </a:r>
            <a:r>
              <a:rPr dirty="0"/>
              <a:t> Git &amp; CI/CD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Structure du code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/>
              <a:t>Base de données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Schéma</a:t>
            </a:r>
            <a:r>
              <a:rPr dirty="0"/>
              <a:t> PostgreSQL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Migrations &amp; Seeds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/>
              <a:t>Backend (API)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Framework &amp; Routes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Authentification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 b="0">
                <a:solidFill>
                  <a:srgbClr val="1A1A1A"/>
                </a:solidFill>
              </a:defRPr>
            </a:pPr>
            <a:r>
              <a:rPr b="1" dirty="0"/>
              <a:t>Frontend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</a:t>
            </a:r>
            <a:r>
              <a:rPr dirty="0" err="1"/>
              <a:t>Squelette</a:t>
            </a:r>
            <a:r>
              <a:rPr dirty="0"/>
              <a:t> app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Design system</a:t>
            </a:r>
            <a:endParaRPr lang="en-US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   Premières pages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572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7688"/>
            <a:ext cx="8229600" cy="4803112"/>
          </a:xfrm>
        </p:spPr>
        <p:txBody>
          <a:bodyPr wrap="square" tIns="91440" bIns="91440" anchor="t"/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endParaRPr lang="en-US"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endParaRPr lang="en-US"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 err="1"/>
              <a:t>Ciné</a:t>
            </a:r>
            <a:r>
              <a:rPr dirty="0"/>
              <a:t> </a:t>
            </a:r>
            <a:r>
              <a:rPr dirty="0" err="1"/>
              <a:t>Délices</a:t>
            </a:r>
            <a:r>
              <a:rPr dirty="0"/>
              <a:t> -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Cours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Une </a:t>
            </a:r>
            <a:r>
              <a:rPr dirty="0" err="1"/>
              <a:t>plateforme</a:t>
            </a:r>
            <a:r>
              <a:rPr dirty="0"/>
              <a:t> </a:t>
            </a:r>
            <a:r>
              <a:rPr dirty="0" err="1"/>
              <a:t>innovante</a:t>
            </a:r>
            <a:r>
              <a:rPr dirty="0"/>
              <a:t> qui </a:t>
            </a:r>
            <a:r>
              <a:rPr dirty="0" err="1"/>
              <a:t>transforme</a:t>
            </a:r>
            <a:endParaRPr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la passion du cinéma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expérience</a:t>
            </a:r>
            <a:r>
              <a:rPr dirty="0"/>
              <a:t> </a:t>
            </a:r>
            <a:r>
              <a:rPr dirty="0" err="1"/>
              <a:t>culinaire</a:t>
            </a:r>
            <a:endParaRPr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800" b="1">
                <a:solidFill>
                  <a:srgbClr val="1A1A1A"/>
                </a:solidFill>
              </a:defRPr>
            </a:pPr>
            <a:r>
              <a:rPr dirty="0"/>
              <a:t>Merci de </a:t>
            </a:r>
            <a:r>
              <a:rPr dirty="0" err="1"/>
              <a:t>votre</a:t>
            </a:r>
            <a:r>
              <a:rPr dirty="0"/>
              <a:t> attention !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000">
                <a:solidFill>
                  <a:srgbClr val="1A1A1A"/>
                </a:solidFill>
              </a:defRPr>
            </a:pPr>
            <a:endParaRPr dirty="0"/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1A1A1A"/>
                </a:solidFill>
              </a:defRPr>
            </a:pP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953</Words>
  <Application>Microsoft Macintosh PowerPoint</Application>
  <PresentationFormat>On-screen Show (4:3)</PresentationFormat>
  <Paragraphs>291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Ciné Délices</vt:lpstr>
      <vt:lpstr>Plan de Présentation</vt:lpstr>
      <vt:lpstr>1. Introduction</vt:lpstr>
      <vt:lpstr>PowerPoint Presentation</vt:lpstr>
      <vt:lpstr>2. Cahier des Charges - Vision</vt:lpstr>
      <vt:lpstr>2.1 Fonctionnalités MVP</vt:lpstr>
      <vt:lpstr>2.2 Public Cible</vt:lpstr>
      <vt:lpstr>3. Architecture &amp; Arborescence</vt:lpstr>
      <vt:lpstr>4. Wireframes &amp; Navigation</vt:lpstr>
      <vt:lpstr>5. Design System - Identité Visuelle</vt:lpstr>
      <vt:lpstr>5.1 Design System - Typographie</vt:lpstr>
      <vt:lpstr>6. Maquettes - Page d'Accueil</vt:lpstr>
      <vt:lpstr>6.1 Maquettes - Fiche Recette</vt:lpstr>
      <vt:lpstr>7. Base de Données - Vue d'ensemble</vt:lpstr>
      <vt:lpstr>7.1 Base de Données - Modèle Conceptuel</vt:lpstr>
      <vt:lpstr>7.2 Base de Données - Modèle Physique</vt:lpstr>
      <vt:lpstr>8. Bilan Sprint 0</vt:lpstr>
      <vt:lpstr>8.1 Prochaines Étapes - Sprint 1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Gvishiani</cp:lastModifiedBy>
  <cp:revision>4</cp:revision>
  <dcterms:created xsi:type="dcterms:W3CDTF">2013-01-27T09:14:16Z</dcterms:created>
  <dcterms:modified xsi:type="dcterms:W3CDTF">2026-01-14T18:34:58Z</dcterms:modified>
  <cp:category/>
</cp:coreProperties>
</file>