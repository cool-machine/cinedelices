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Ciné Délices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Présentation Sprint 0 - Phase de Conception</a:t>
            </a:r>
          </a:p>
          <a:p/>
          <a:p>
            <a:r>
              <a:t>🎬 Mariage du Cinéma et de la Gastronomie 🍽️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Plan de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1. Introduction &amp; Contexte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2. Cahier des Charges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Vision &amp; Objectifs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Fonctionnalités MVP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Public cible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3. Architecture &amp; Arborescence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4. Wireframes &amp; Navigation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5. Design System &amp; Identité Visuelle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6. Maquettes Haute Fidélité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7. Base de Données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Modèle Conceptuel (MCD)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Modèle Logique (MLD)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Modèle Physique (MPD)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8. Conclusion &amp;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**Le Projet Ciné Délices** 🎬🍽️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Concept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Une plateforme web innovante qui marie le Cinéma et la Gastronomie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Objectif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Permettre aux fans de reproduire les plats iconiques de leurs films et séries préférés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Valeur Ajoutée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Expérience immersive combinant culture pop et cuisine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Communauté de cinéphiles gourmands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Recettes authentiques liées aux œuvres cinématographiques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L'Équipe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8B0000"/>
                </a:solidFill>
              </a:defRPr>
            </a:pPr>
            <a:r>
              <a:t>Lead Backend</a:t>
            </a:r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Architecture &amp; API</a:t>
            </a:r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8B0000"/>
                </a:solidFill>
              </a:defRPr>
            </a:pPr>
            <a:r>
              <a:t>Lead Frontend</a:t>
            </a:r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UX &amp; Intégration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840480" cy="5303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8B0000"/>
                </a:solidFill>
              </a:defRPr>
            </a:pPr>
            <a:r>
              <a:t>DevOps</a:t>
            </a:r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CI/CD &amp; Déploiement</a:t>
            </a:r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8B0000"/>
                </a:solidFill>
              </a:defRPr>
            </a:pPr>
            <a:r>
              <a:t>Design/UX</a:t>
            </a:r>
          </a:p>
          <a:p>
            <a:pPr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Identité &amp; Maquettes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2. Cahier des Charges -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Vision du Projet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Créer une plateforme complète permettant de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Découvrir des recettes inspirées du cinéma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Explorer le catalogue par film ou par recette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Suivre des instructions détaillées étape par étape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Partager ses créations culinaires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Gérer un espace personnel (favoris, profil)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**Approche MVP**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Focus sur les fonctionnalités essentielles pour valider le concept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2.1 Fonctionnalités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Fonctionnalités Principales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🔐 **Authentification sécurisée**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Inscription/Connexion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Gestion de profil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📖 **Catalogue de recettes**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Recherche et filtres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Navigation par film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📄 **Fiches recettes**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Ingrédients complets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Instructions détaillées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⚙️ **Back-office Admin**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Gestion du contenu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2.2 Public Cible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Profil des Utilisateurs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**Amateurs de pop-culture** (16-50+ ans)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Cinéphiles passionnés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Fans de séries TV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**Cuisiniers amateurs**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Débutants cherchant des recettes guidées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Expérimentés en quête d'inspiration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**Communautés en ligne**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Partage sur réseaux sociaux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Création de contenu culinaire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3. Architecture &amp; Arborescence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384048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Structure du Site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Navigation intuitive organisée en 4 sections principales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**Accueil**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Point d'entrée central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Mise en avant des recettes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**Catalogue**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Double entrée : Recettes / Films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Filtres et recherche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**Espace Membre**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Profil utilisateur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Favoris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Ajout de recettes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**Administration**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Gestion globale du contenu</a:t>
            </a:r>
          </a:p>
        </p:txBody>
      </p:sp>
      <p:pic>
        <p:nvPicPr>
          <p:cNvPr id="4" name="Picture 3" descr="arboresc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139251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4. Wireframes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Phase de Wireframing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Objectifs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Définir la structure de chaque page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Optimiser l'expérience utilisateur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Valider les parcours de navigation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Pages Wireframées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Page d'accueil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Catalogue recettes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Fiche recette détaillée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Page de connexion/inscription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Espace membre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Back-office admin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*(Voir les wireframes détaillés dans le dossier 03)*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5. Design System - Identité Visuelle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Palette de Couleurs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Ambiance "Salle Obscure" élégante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**Or Cinéma** (#D4AF37)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Titres et éléments premium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Mise en valeur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**Rouge Tapis** (#8B0000)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Accents et call-to-action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Éléments importants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**Noir Profond** (#1A1A1A)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Fond principal (mode sombre)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Contraste optimal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Philosophie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Élégance cinématographique moderne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5.1 Design System - Typographie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Choix Typographiques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**Bebas Neue** (Titres)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Impact visuel fort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Évoque les affiches de cinéma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Caractères majuscules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**Montserrat** (Corps de texte)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Excellente lisibilité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Style moderne et épuré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Parfaite pour le web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Hiérarchie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Titres H1 : Bebas Neue, 48-54pt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Titres H2 : Bebas Neue, 36-42pt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Corps : Montserrat, 16-18pt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6. Maquettes - Page d'Accueil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384048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Design de la Page d'Accueil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Caractéristiques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Immersion immédiate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Visuels style "Affiche de film"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Mise en avant des recettes populaires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Navigation intuitive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Mode sombre pour l'ambiance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Éléments clés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Hero section impactante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Grille de recettes en vedette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Call-to-action clairs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Footer informatif</a:t>
            </a:r>
          </a:p>
        </p:txBody>
      </p:sp>
      <p:pic>
        <p:nvPicPr>
          <p:cNvPr id="4" name="Picture 3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6.1 Maquettes - Fiche Recette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384048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Page Détail Recette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Structure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Image principale du plat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Informations du film source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Bloc ingrédients clair et lisible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Instructions étape par étape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Section commentaires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Actions (favoris, partage)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Focus UX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Mise en page éditoriale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Lisibilité optimale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Expérience immersive</a:t>
            </a:r>
          </a:p>
        </p:txBody>
      </p:sp>
      <p:pic>
        <p:nvPicPr>
          <p:cNvPr id="4" name="Picture 3" descr="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7.1 Base de Données - MCD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384048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Modèle Conceptuel de Données (MCD)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Entités principales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UTILISATEUR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RECETTE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FILM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CATEGORIE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Relations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UTILISATEUR ↔ RECETTE (création, favoris)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RECETTE ↔ FILM (inspiration)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RECETTE ↔ CATEGORIE (classification)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Règles métier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Une recette est liée à un film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Une recette peut avoir plusieurs catégories</a:t>
            </a:r>
          </a:p>
        </p:txBody>
      </p:sp>
      <p:pic>
        <p:nvPicPr>
          <p:cNvPr id="4" name="Picture 3" descr="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820233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7.2 Base de Données - MLD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Modèle Logique de Données (MLD)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Tables &amp; clés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UTILISATEUR(id, email, role_id)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RECETTE(id, film_id, auteur_id)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FILM(id, titre, annee)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CATEGORIE(id, libelle)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RECETTE_CATEGORIE(recette_id, categorie_id)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Normalisation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3NF pour limiter la redondance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Tables de jonction pour N..N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Contraintes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PK sur chaque id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FK explicites avec règles de suppression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7.3 Base de Données - MPD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Modèle Physique de Données (MPD)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SGBD : PostgreSQL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Types &amp; contraintes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UUID/serial pour identifiants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VARCHAR pour titres, TEXT pour descriptions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NOT NULL + UNIQUE sur email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Indexation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Index sur film_id, auteur_id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Index sur recherche de recettes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Exploitation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Migrations versionnées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Sauvegardes planifiées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8. Bilan Sprint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**Livrables Complétés** ✅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✅ **Cahier des charges** validé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✅ **Design System** défini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Charte graphique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Couleurs &amp; Typographie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✅ **Architecture BDD** prête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MCD, MLD &amp; MPD validés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✅ **Maquettes** finalisées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✅ **Wireframes** validés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✅ **Arborescence** définie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Tous les éléments sont prêts 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8.1 Prochaines Étapes - Sprint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**Cap sur le Sprint 1** 🚀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Objectifs Techniques 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**Initialisation**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Dépôt Git &amp; CI/CD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Structure du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**Base de données**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Schéma PostgreSQL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Migrations &amp; Seeds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**Backend (API)**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Framework &amp; Routes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Authentification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A1A1A"/>
                </a:solidFill>
              </a:defRPr>
            </a:pPr>
            <a:r>
              <a:t>**Frontend**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Squelette app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Design system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   * Premières pages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8B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229600" cy="5303520"/>
          </a:xfrm>
        </p:spPr>
        <p:txBody>
          <a:bodyPr tIns="91440" bIns="91440" wrap="square" anchor="t"/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Ciné Délices - Projet en Cours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Une plateforme innovante qui transforme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la passion du cinéma en expérience culinaire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1A1A1A"/>
                </a:solidFill>
              </a:defRPr>
            </a:pPr>
            <a:r>
              <a:t>Merci de votre attention !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1A1A1A"/>
                </a:solidFill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1A1A1A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