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Sprint 0 - Conception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 : Ciné Délices</a:t>
            </a:r>
          </a:p>
          <a:p>
            <a:r>
              <a:t>Bilan de la phase de conception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Le Projet Ciné Délices 🎬 🍽️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Concept : Mariage du Cinéma et de la Gastronomie.</a:t>
            </a:r>
          </a:p>
          <a:p>
            <a:pPr>
              <a:defRPr sz="1800"/>
            </a:pPr>
            <a:r>
              <a:t>Objectif : Reproduire les plats iconiques des films.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L'Équipe :</a:t>
            </a:r>
          </a:p>
          <a:p>
            <a:pPr>
              <a:defRPr sz="1800"/>
            </a:pPr>
            <a:r>
              <a:t>Lead Backend : Architecture &amp; API</a:t>
            </a:r>
          </a:p>
          <a:p>
            <a:pPr>
              <a:defRPr sz="1800"/>
            </a:pPr>
            <a:r>
              <a:t>Lead Frontend : UX &amp; Intégration</a:t>
            </a:r>
          </a:p>
          <a:p>
            <a:pPr>
              <a:defRPr sz="1800"/>
            </a:pPr>
            <a:r>
              <a:t>DevOps : CI/CD &amp; Déploiement</a:t>
            </a:r>
          </a:p>
          <a:p>
            <a:pPr>
              <a:defRPr sz="1800"/>
            </a:pPr>
            <a:r>
              <a:t>Design : Identité &amp; Maquettes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 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Vision &amp; MVP :</a:t>
            </a:r>
          </a:p>
          <a:p>
            <a:pPr>
              <a:defRPr sz="1800"/>
            </a:pPr>
            <a:r>
              <a:t>🔐 Authentification complète</a:t>
            </a:r>
          </a:p>
          <a:p>
            <a:pPr>
              <a:defRPr sz="1800"/>
            </a:pPr>
            <a:r>
              <a:t>📖 Catalogue de recettes (filtres/recherche)</a:t>
            </a:r>
          </a:p>
          <a:p>
            <a:pPr>
              <a:defRPr sz="1800"/>
            </a:pPr>
            <a:r>
              <a:t>📄 Fiches Recettes (ingrédients, films associés)</a:t>
            </a:r>
          </a:p>
          <a:p>
            <a:pPr>
              <a:defRPr sz="1800"/>
            </a:pPr>
            <a:r>
              <a:t>⚙️ Back-office Admin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Cible :</a:t>
            </a:r>
          </a:p>
          <a:p>
            <a:pPr>
              <a:defRPr sz="1800"/>
            </a:pPr>
            <a:r>
              <a:t>Passionnés de pop-culture</a:t>
            </a:r>
          </a:p>
          <a:p>
            <a:pPr>
              <a:defRPr sz="1800"/>
            </a:pPr>
            <a:r>
              <a:t>Cuisiniers amateurs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>
            <a:pPr>
              <a:defRPr sz="1800"/>
            </a:pPr>
            <a:r>
              <a:t>Arborescence du site 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Accueil</a:t>
            </a:r>
          </a:p>
          <a:p>
            <a:pPr>
              <a:defRPr sz="1800"/>
            </a:pPr>
            <a:r>
              <a:t>Catalogue Recettes / Films</a:t>
            </a:r>
          </a:p>
          <a:p>
            <a:pPr>
              <a:defRPr sz="1800"/>
            </a:pPr>
            <a:r>
              <a:t>Espace Connecté (Profil, Favoris)</a:t>
            </a:r>
          </a:p>
          <a:p>
            <a:pPr>
              <a:defRPr sz="1800"/>
            </a:pPr>
            <a:r>
              <a:t>Administration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Une structure optimisée pour la navigation.</a:t>
            </a:r>
          </a:p>
        </p:txBody>
      </p:sp>
      <p:pic>
        <p:nvPicPr>
          <p:cNvPr id="4" name="Picture 3" descr="arboresc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080398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 Design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>
            <a:pPr>
              <a:defRPr sz="1800"/>
            </a:pPr>
            <a:r>
              <a:t>Identité Visuelle :</a:t>
            </a:r>
          </a:p>
          <a:p>
            <a:pPr>
              <a:defRPr sz="1800"/>
            </a:pPr>
            <a:r>
              <a:t>Ambiance 'Salle Obscure' &amp; 'Tapis Rouge'</a:t>
            </a:r>
          </a:p>
          <a:p>
            <a:pPr>
              <a:defRPr sz="1800"/>
            </a:pPr>
            <a:r>
              <a:t>Couleurs : Or (#D4AF37), Rouge (#8B0000), Noir</a:t>
            </a:r>
          </a:p>
          <a:p>
            <a:pPr>
              <a:defRPr sz="1800"/>
            </a:pPr>
            <a:r>
              <a:t>Typo : Bebas Neue (Titres), Montserrat (Corps)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Maquette Accueil (Mode Sombre) -&gt;</a:t>
            </a:r>
          </a:p>
        </p:txBody>
      </p:sp>
      <p:pic>
        <p:nvPicPr>
          <p:cNvPr id="4" name="Picture 3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4.1 Maquette Recette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>
            <a:pPr>
              <a:defRPr sz="1800"/>
            </a:pPr>
            <a:r>
              <a:t>Détail de la Recette :</a:t>
            </a:r>
          </a:p>
          <a:p>
            <a:pPr>
              <a:defRPr sz="1800"/>
            </a:pPr>
            <a:r>
              <a:t>Mise en page immersive</a:t>
            </a:r>
          </a:p>
          <a:p>
            <a:pPr>
              <a:defRPr sz="1800"/>
            </a:pPr>
            <a:r>
              <a:t>Bloc Ingrédients clair</a:t>
            </a:r>
          </a:p>
          <a:p>
            <a:pPr>
              <a:defRPr sz="1800"/>
            </a:pPr>
            <a:r>
              <a:t>Instructions étape par étape</a:t>
            </a:r>
          </a:p>
          <a:p>
            <a:pPr>
              <a:defRPr sz="1800"/>
            </a:pPr>
            <a:r>
              <a:t>Rappel du film source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Focus sur l'expérience utilisateur.</a:t>
            </a:r>
          </a:p>
        </p:txBody>
      </p:sp>
      <p:pic>
        <p:nvPicPr>
          <p:cNvPr id="4" name="Picture 3" descr="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5. 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>
            <a:pPr>
              <a:defRPr sz="1800"/>
            </a:pPr>
            <a:r>
              <a:t>Modélisation (MCD/MPD) :</a:t>
            </a:r>
          </a:p>
          <a:p>
            <a:pPr>
              <a:defRPr sz="1800"/>
            </a:pPr>
            <a:r>
              <a:t>4 Entités principales (MVP)</a:t>
            </a:r>
          </a:p>
          <a:p>
            <a:pPr>
              <a:defRPr sz="1800"/>
            </a:pPr>
            <a:r>
              <a:t>Relations optimisées</a:t>
            </a:r>
          </a:p>
          <a:p>
            <a:pPr>
              <a:defRPr sz="1800"/>
            </a:pPr>
            <a:r>
              <a:t>Intégrité référentielle forte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Schéma Conceptuel -&gt;</a:t>
            </a:r>
          </a:p>
        </p:txBody>
      </p:sp>
      <p:pic>
        <p:nvPicPr>
          <p:cNvPr id="4" name="Picture 3" descr="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36388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Bilan Sprint 0 :</a:t>
            </a:r>
          </a:p>
          <a:p>
            <a:pPr>
              <a:defRPr sz="1800"/>
            </a:pPr>
            <a:r>
              <a:t>✅ Conception validée</a:t>
            </a:r>
          </a:p>
          <a:p>
            <a:pPr>
              <a:defRPr sz="1800"/>
            </a:pPr>
            <a:r>
              <a:t>✅ Maquettes prêtes</a:t>
            </a:r>
          </a:p>
          <a:p>
            <a:pPr>
              <a:defRPr sz="1800"/>
            </a:pPr>
            <a:r>
              <a:t>✅ Base de données définie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Sprint 1 :</a:t>
            </a:r>
          </a:p>
          <a:p>
            <a:pPr>
              <a:defRPr sz="1800"/>
            </a:pPr>
            <a:r>
              <a:t>Initialisation technique</a:t>
            </a:r>
          </a:p>
          <a:p>
            <a:pPr>
              <a:defRPr sz="1800"/>
            </a:pPr>
            <a:r>
              <a:t>Création API &amp; BDD</a:t>
            </a:r>
          </a:p>
          <a:p>
            <a:pPr>
              <a:defRPr sz="1800"/>
            </a:pPr>
            <a:r>
              <a:t>Démarrage 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